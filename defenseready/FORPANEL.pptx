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1" r:id="rId1"/>
  </p:sldMasterIdLst>
  <p:notesMasterIdLst>
    <p:notesMasterId r:id="rId9"/>
  </p:notesMasterIdLst>
  <p:sldIdLst>
    <p:sldId id="256" r:id="rId2"/>
    <p:sldId id="259" r:id="rId3"/>
    <p:sldId id="262" r:id="rId4"/>
    <p:sldId id="263" r:id="rId5"/>
    <p:sldId id="264" r:id="rId6"/>
    <p:sldId id="265" r:id="rId7"/>
    <p:sldId id="26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8F4F37-245C-4A77-8D10-B3C34DBD29A0}">
  <a:tblStyle styleId="{E88F4F37-245C-4A77-8D10-B3C34DBD29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17030f7ab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17030f7ab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256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17030f7ab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17030f7ab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05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161526d799_0_1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161526d799_0_1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551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5049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Google Shape;15;p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7" name="Google Shape;17;p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9" name="Google Shape;19;p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20;p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" name="Google Shape;21;p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22;p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" name="Google Shape;25;p2"/>
          <p:cNvSpPr txBox="1">
            <a:spLocks noGrp="1"/>
          </p:cNvSpPr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7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9" name="Google Shape;109;p7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7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7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7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7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4" name="Google Shape;114;p7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7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16" name="Google Shape;116;p7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8" name="Google Shape;118;p7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7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20" name="Google Shape;120;p7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" name="Google Shape;121;p7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22" name="Google Shape;122;p7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7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5199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4C96"/>
              </a:buClr>
              <a:buSzPts val="1600"/>
              <a:buFont typeface="Poppins"/>
              <a:buChar char="●"/>
              <a:defRPr sz="1500">
                <a:solidFill>
                  <a:srgbClr val="434343"/>
                </a:solidFill>
              </a:defRPr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  <a:defRPr>
                <a:solidFill>
                  <a:srgbClr val="434343"/>
                </a:solidFill>
              </a:defRPr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  <a:defRPr>
                <a:solidFill>
                  <a:srgbClr val="434343"/>
                </a:solidFill>
              </a:defRPr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9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46" name="Google Shape;146;p9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9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9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9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9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Google Shape;151;p9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53" name="Google Shape;153;p9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5" name="Google Shape;155;p9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6" name="Google Shape;156;p9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57" name="Google Shape;157;p9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" name="Google Shape;158;p9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715100" y="1547575"/>
            <a:ext cx="4661100" cy="64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subTitle" idx="1"/>
          </p:nvPr>
        </p:nvSpPr>
        <p:spPr>
          <a:xfrm>
            <a:off x="715100" y="2305922"/>
            <a:ext cx="4661100" cy="12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06" name="Google Shape;606;p3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3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3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3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3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1" name="Google Shape;611;p3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2" name="Google Shape;612;p3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13" name="Google Shape;613;p3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253750" y="130008"/>
              <a:ext cx="218100" cy="218100"/>
            </a:xfrm>
            <a:prstGeom prst="smileyFace">
              <a:avLst>
                <a:gd name="adj" fmla="val 465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15" name="Google Shape;615;p3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6" name="Google Shape;616;p31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1"/>
          <p:cNvGrpSpPr/>
          <p:nvPr/>
        </p:nvGrpSpPr>
        <p:grpSpPr>
          <a:xfrm>
            <a:off x="8712862" y="137154"/>
            <a:ext cx="132938" cy="218080"/>
            <a:chOff x="4113132" y="2072643"/>
            <a:chExt cx="406290" cy="666503"/>
          </a:xfrm>
        </p:grpSpPr>
        <p:sp>
          <p:nvSpPr>
            <p:cNvPr id="618" name="Google Shape;618;p31"/>
            <p:cNvSpPr/>
            <p:nvPr/>
          </p:nvSpPr>
          <p:spPr>
            <a:xfrm>
              <a:off x="4113132" y="2072643"/>
              <a:ext cx="406290" cy="662825"/>
            </a:xfrm>
            <a:custGeom>
              <a:avLst/>
              <a:gdLst/>
              <a:ahLst/>
              <a:cxnLst/>
              <a:rect l="l" t="t" r="r" b="b"/>
              <a:pathLst>
                <a:path w="11042" h="18014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4260422" y="2367223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4260422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4223590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4186758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4223590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4186758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4149964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4113132" y="2072643"/>
              <a:ext cx="406290" cy="73664"/>
            </a:xfrm>
            <a:custGeom>
              <a:avLst/>
              <a:gdLst/>
              <a:ahLst/>
              <a:cxnLst/>
              <a:rect l="l" t="t" r="r" b="b"/>
              <a:pathLst>
                <a:path w="11042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4334049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433404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4370881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4408927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4370881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429721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4260422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433404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440892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4445758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4149964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4113132" y="2663017"/>
              <a:ext cx="406290" cy="76129"/>
            </a:xfrm>
            <a:custGeom>
              <a:avLst/>
              <a:gdLst/>
              <a:ahLst/>
              <a:cxnLst/>
              <a:rect l="l" t="t" r="r" b="b"/>
              <a:pathLst>
                <a:path w="11042" h="2069" extrusionOk="0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4223590" y="2515727"/>
              <a:ext cx="185373" cy="110495"/>
            </a:xfrm>
            <a:custGeom>
              <a:avLst/>
              <a:gdLst/>
              <a:ahLst/>
              <a:cxnLst/>
              <a:rect l="l" t="t" r="r" b="b"/>
              <a:pathLst>
                <a:path w="5038" h="3003" extrusionOk="0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4445758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3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43" name="Google Shape;643;p3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3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3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48" name="Google Shape;648;p3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3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50" name="Google Shape;650;p3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253750" y="130008"/>
              <a:ext cx="218100" cy="218100"/>
            </a:xfrm>
            <a:prstGeom prst="leftRightArrowCallout">
              <a:avLst>
                <a:gd name="adj1" fmla="val 34916"/>
                <a:gd name="adj2" fmla="val 25000"/>
                <a:gd name="adj3" fmla="val 35030"/>
                <a:gd name="adj4" fmla="val 4812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52" name="Google Shape;652;p3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2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8690995" y="137150"/>
            <a:ext cx="152400" cy="2181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8" r:id="rId4"/>
    <p:sldLayoutId id="2147483677" r:id="rId5"/>
    <p:sldLayoutId id="214748367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6"/>
          <p:cNvSpPr txBox="1">
            <a:spLocks noGrp="1"/>
          </p:cNvSpPr>
          <p:nvPr>
            <p:ph type="ctrTitle"/>
          </p:nvPr>
        </p:nvSpPr>
        <p:spPr>
          <a:xfrm>
            <a:off x="879570" y="1045935"/>
            <a:ext cx="7384860" cy="15258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ACLC Enrollment and Student Load Management System</a:t>
            </a:r>
          </a:p>
        </p:txBody>
      </p:sp>
      <p:pic>
        <p:nvPicPr>
          <p:cNvPr id="3" name="Picture 2" descr="A logo of a college&#10;&#10;AI-generated content may be incorrect.">
            <a:extLst>
              <a:ext uri="{FF2B5EF4-FFF2-40B4-BE49-F238E27FC236}">
                <a16:creationId xmlns:a16="http://schemas.microsoft.com/office/drawing/2014/main" id="{BB478C7E-0C3A-7C85-7805-C20904C6C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085" y="451590"/>
            <a:ext cx="956310" cy="95631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5584CEA-F276-382A-923E-E44D5266E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9060" y="644605"/>
            <a:ext cx="9372600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endParaRPr lang="en-US" b="1" dirty="0"/>
          </a:p>
          <a:p>
            <a:pPr lvl="0" algn="ctr"/>
            <a:endParaRPr lang="en-US" b="1" dirty="0"/>
          </a:p>
          <a:p>
            <a:pPr lvl="0" algn="ctr"/>
            <a:endParaRPr lang="en-US" b="1" dirty="0"/>
          </a:p>
          <a:p>
            <a:pPr lvl="0" algn="ctr"/>
            <a:endParaRPr lang="en-US" b="1" dirty="0"/>
          </a:p>
          <a:p>
            <a:pPr lvl="0" algn="ctr"/>
            <a:endParaRPr lang="en-US" b="1" dirty="0"/>
          </a:p>
          <a:p>
            <a:pPr lvl="0" algn="ctr"/>
            <a:endParaRPr lang="en-US" b="1" dirty="0"/>
          </a:p>
          <a:p>
            <a:pPr lvl="0" algn="ctr"/>
            <a:endParaRPr lang="en-US" b="1" dirty="0"/>
          </a:p>
          <a:p>
            <a:pPr lvl="0" algn="ctr"/>
            <a:endParaRPr lang="en-US" b="1" dirty="0"/>
          </a:p>
          <a:p>
            <a:pPr lvl="0" algn="ctr"/>
            <a:r>
              <a:rPr lang="en-US" b="1" dirty="0"/>
              <a:t>Researchers</a:t>
            </a:r>
            <a:endParaRPr lang="en-US" dirty="0"/>
          </a:p>
          <a:p>
            <a:pPr marL="0" indent="0" algn="ctr"/>
            <a:r>
              <a:rPr lang="en-US" dirty="0"/>
              <a:t>Earl Lawrence Llego</a:t>
            </a:r>
          </a:p>
          <a:p>
            <a:pPr marL="0" indent="0" algn="ctr"/>
            <a:r>
              <a:rPr lang="en-US" dirty="0"/>
              <a:t>Harold Jake </a:t>
            </a:r>
            <a:r>
              <a:rPr lang="en-US" dirty="0" err="1"/>
              <a:t>Patindol</a:t>
            </a:r>
            <a:endParaRPr lang="en-US" dirty="0"/>
          </a:p>
          <a:p>
            <a:pPr marL="0" indent="0" algn="ctr"/>
            <a:r>
              <a:rPr lang="en-US" dirty="0" err="1"/>
              <a:t>Jimel</a:t>
            </a:r>
            <a:r>
              <a:rPr lang="en-US" dirty="0"/>
              <a:t> Leones</a:t>
            </a:r>
          </a:p>
          <a:p>
            <a:pPr lvl="0" algn="ctr"/>
            <a:r>
              <a:rPr lang="en-US" dirty="0" err="1"/>
              <a:t>Joelito</a:t>
            </a:r>
            <a:r>
              <a:rPr lang="en-US" dirty="0"/>
              <a:t> </a:t>
            </a:r>
            <a:r>
              <a:rPr lang="en-US" dirty="0" err="1"/>
              <a:t>Laurente</a:t>
            </a:r>
            <a:endParaRPr lang="en-US" dirty="0"/>
          </a:p>
          <a:p>
            <a:pPr lvl="0" algn="ctr"/>
            <a:endParaRPr lang="en-US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Degree: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Bachelor of Science in Information Technology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Advise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Lynn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Albarida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9"/>
          <p:cNvSpPr txBox="1">
            <a:spLocks noGrp="1"/>
          </p:cNvSpPr>
          <p:nvPr>
            <p:ph type="title"/>
          </p:nvPr>
        </p:nvSpPr>
        <p:spPr>
          <a:xfrm>
            <a:off x="1275938" y="631794"/>
            <a:ext cx="6592124" cy="7624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&amp; The Problem</a:t>
            </a:r>
            <a:endParaRPr dirty="0"/>
          </a:p>
        </p:txBody>
      </p:sp>
      <p:grpSp>
        <p:nvGrpSpPr>
          <p:cNvPr id="746" name="Google Shape;746;p39"/>
          <p:cNvGrpSpPr/>
          <p:nvPr/>
        </p:nvGrpSpPr>
        <p:grpSpPr>
          <a:xfrm>
            <a:off x="7705847" y="4010466"/>
            <a:ext cx="723042" cy="598023"/>
            <a:chOff x="1654675" y="4256126"/>
            <a:chExt cx="851841" cy="704551"/>
          </a:xfrm>
        </p:grpSpPr>
        <p:grpSp>
          <p:nvGrpSpPr>
            <p:cNvPr id="747" name="Google Shape;747;p39"/>
            <p:cNvGrpSpPr/>
            <p:nvPr/>
          </p:nvGrpSpPr>
          <p:grpSpPr>
            <a:xfrm>
              <a:off x="1654675" y="4256126"/>
              <a:ext cx="445587" cy="704551"/>
              <a:chOff x="1654675" y="4256126"/>
              <a:chExt cx="445587" cy="704551"/>
            </a:xfrm>
          </p:grpSpPr>
          <p:sp>
            <p:nvSpPr>
              <p:cNvPr id="748" name="Google Shape;748;p39"/>
              <p:cNvSpPr/>
              <p:nvPr/>
            </p:nvSpPr>
            <p:spPr>
              <a:xfrm>
                <a:off x="1655926" y="4257377"/>
                <a:ext cx="440657" cy="703300"/>
              </a:xfrm>
              <a:custGeom>
                <a:avLst/>
                <a:gdLst/>
                <a:ahLst/>
                <a:cxnLst/>
                <a:rect l="l" t="t" r="r" b="b"/>
                <a:pathLst>
                  <a:path w="11976" h="19114" extrusionOk="0">
                    <a:moveTo>
                      <a:pt x="0" y="0"/>
                    </a:moveTo>
                    <a:lnTo>
                      <a:pt x="0" y="17112"/>
                    </a:lnTo>
                    <a:lnTo>
                      <a:pt x="2002" y="17112"/>
                    </a:lnTo>
                    <a:lnTo>
                      <a:pt x="2002" y="16112"/>
                    </a:lnTo>
                    <a:lnTo>
                      <a:pt x="3002" y="16112"/>
                    </a:lnTo>
                    <a:lnTo>
                      <a:pt x="3002" y="15111"/>
                    </a:lnTo>
                    <a:lnTo>
                      <a:pt x="4003" y="15111"/>
                    </a:lnTo>
                    <a:lnTo>
                      <a:pt x="4003" y="14110"/>
                    </a:lnTo>
                    <a:lnTo>
                      <a:pt x="4971" y="14110"/>
                    </a:lnTo>
                    <a:lnTo>
                      <a:pt x="4971" y="16112"/>
                    </a:lnTo>
                    <a:lnTo>
                      <a:pt x="5971" y="16112"/>
                    </a:lnTo>
                    <a:lnTo>
                      <a:pt x="5971" y="18113"/>
                    </a:lnTo>
                    <a:lnTo>
                      <a:pt x="6972" y="18113"/>
                    </a:lnTo>
                    <a:lnTo>
                      <a:pt x="6972" y="19114"/>
                    </a:lnTo>
                    <a:lnTo>
                      <a:pt x="8973" y="19114"/>
                    </a:lnTo>
                    <a:lnTo>
                      <a:pt x="8973" y="18113"/>
                    </a:lnTo>
                    <a:lnTo>
                      <a:pt x="9974" y="18113"/>
                    </a:lnTo>
                    <a:lnTo>
                      <a:pt x="9974" y="16112"/>
                    </a:lnTo>
                    <a:lnTo>
                      <a:pt x="8973" y="16112"/>
                    </a:lnTo>
                    <a:lnTo>
                      <a:pt x="8973" y="14110"/>
                    </a:lnTo>
                    <a:lnTo>
                      <a:pt x="7973" y="14110"/>
                    </a:lnTo>
                    <a:lnTo>
                      <a:pt x="7973" y="13110"/>
                    </a:lnTo>
                    <a:lnTo>
                      <a:pt x="11976" y="13110"/>
                    </a:lnTo>
                    <a:lnTo>
                      <a:pt x="11976" y="12009"/>
                    </a:lnTo>
                    <a:lnTo>
                      <a:pt x="11976" y="11008"/>
                    </a:lnTo>
                    <a:lnTo>
                      <a:pt x="11042" y="11008"/>
                    </a:lnTo>
                    <a:lnTo>
                      <a:pt x="11042" y="10007"/>
                    </a:lnTo>
                    <a:lnTo>
                      <a:pt x="10041" y="10007"/>
                    </a:lnTo>
                    <a:lnTo>
                      <a:pt x="10041" y="9007"/>
                    </a:lnTo>
                    <a:lnTo>
                      <a:pt x="9040" y="9007"/>
                    </a:lnTo>
                    <a:lnTo>
                      <a:pt x="9040" y="8006"/>
                    </a:lnTo>
                    <a:lnTo>
                      <a:pt x="8039" y="8006"/>
                    </a:lnTo>
                    <a:lnTo>
                      <a:pt x="8039" y="7005"/>
                    </a:lnTo>
                    <a:lnTo>
                      <a:pt x="7039" y="7005"/>
                    </a:lnTo>
                    <a:lnTo>
                      <a:pt x="7039" y="6005"/>
                    </a:lnTo>
                    <a:lnTo>
                      <a:pt x="6038" y="6005"/>
                    </a:lnTo>
                    <a:lnTo>
                      <a:pt x="6038" y="5004"/>
                    </a:lnTo>
                    <a:lnTo>
                      <a:pt x="5037" y="5004"/>
                    </a:lnTo>
                    <a:lnTo>
                      <a:pt x="5037" y="4003"/>
                    </a:lnTo>
                    <a:lnTo>
                      <a:pt x="4037" y="4003"/>
                    </a:lnTo>
                    <a:lnTo>
                      <a:pt x="4037" y="3002"/>
                    </a:lnTo>
                    <a:lnTo>
                      <a:pt x="3036" y="3002"/>
                    </a:lnTo>
                    <a:lnTo>
                      <a:pt x="3036" y="2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9"/>
              <p:cNvSpPr/>
              <p:nvPr/>
            </p:nvSpPr>
            <p:spPr>
              <a:xfrm>
                <a:off x="1654675" y="4256126"/>
                <a:ext cx="36869" cy="62845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7080" extrusionOk="0">
                    <a:moveTo>
                      <a:pt x="1" y="1"/>
                    </a:moveTo>
                    <a:lnTo>
                      <a:pt x="1" y="17080"/>
                    </a:lnTo>
                    <a:lnTo>
                      <a:pt x="1002" y="17080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9"/>
              <p:cNvSpPr/>
              <p:nvPr/>
            </p:nvSpPr>
            <p:spPr>
              <a:xfrm>
                <a:off x="1692758" y="429295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9"/>
              <p:cNvSpPr/>
              <p:nvPr/>
            </p:nvSpPr>
            <p:spPr>
              <a:xfrm>
                <a:off x="1729553" y="432979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9"/>
              <p:cNvSpPr/>
              <p:nvPr/>
            </p:nvSpPr>
            <p:spPr>
              <a:xfrm>
                <a:off x="1765170" y="436662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9"/>
              <p:cNvSpPr/>
              <p:nvPr/>
            </p:nvSpPr>
            <p:spPr>
              <a:xfrm>
                <a:off x="1803216" y="4403416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9"/>
              <p:cNvSpPr/>
              <p:nvPr/>
            </p:nvSpPr>
            <p:spPr>
              <a:xfrm>
                <a:off x="1841262" y="444024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9"/>
              <p:cNvSpPr/>
              <p:nvPr/>
            </p:nvSpPr>
            <p:spPr>
              <a:xfrm>
                <a:off x="1878057" y="447708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9"/>
              <p:cNvSpPr/>
              <p:nvPr/>
            </p:nvSpPr>
            <p:spPr>
              <a:xfrm>
                <a:off x="1914889" y="451512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9"/>
              <p:cNvSpPr/>
              <p:nvPr/>
            </p:nvSpPr>
            <p:spPr>
              <a:xfrm>
                <a:off x="1951721" y="4551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9"/>
              <p:cNvSpPr/>
              <p:nvPr/>
            </p:nvSpPr>
            <p:spPr>
              <a:xfrm>
                <a:off x="1988553" y="458875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9"/>
              <p:cNvSpPr/>
              <p:nvPr/>
            </p:nvSpPr>
            <p:spPr>
              <a:xfrm>
                <a:off x="2025348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9"/>
              <p:cNvSpPr/>
              <p:nvPr/>
            </p:nvSpPr>
            <p:spPr>
              <a:xfrm>
                <a:off x="2062179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9"/>
              <p:cNvSpPr/>
              <p:nvPr/>
            </p:nvSpPr>
            <p:spPr>
              <a:xfrm>
                <a:off x="1914889" y="4699210"/>
                <a:ext cx="185373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1002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5038" y="1002"/>
                    </a:lnTo>
                    <a:lnTo>
                      <a:pt x="50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9"/>
              <p:cNvSpPr/>
              <p:nvPr/>
            </p:nvSpPr>
            <p:spPr>
              <a:xfrm>
                <a:off x="1914889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9"/>
              <p:cNvSpPr/>
              <p:nvPr/>
            </p:nvSpPr>
            <p:spPr>
              <a:xfrm>
                <a:off x="1803216" y="473604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9"/>
              <p:cNvSpPr/>
              <p:nvPr/>
            </p:nvSpPr>
            <p:spPr>
              <a:xfrm>
                <a:off x="1841262" y="4772874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9"/>
              <p:cNvSpPr/>
              <p:nvPr/>
            </p:nvSpPr>
            <p:spPr>
              <a:xfrm>
                <a:off x="1878057" y="4847751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1" y="0"/>
                    </a:moveTo>
                    <a:lnTo>
                      <a:pt x="1" y="2001"/>
                    </a:lnTo>
                    <a:lnTo>
                      <a:pt x="1002" y="2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9"/>
              <p:cNvSpPr/>
              <p:nvPr/>
            </p:nvSpPr>
            <p:spPr>
              <a:xfrm>
                <a:off x="1914889" y="4921378"/>
                <a:ext cx="73700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2002" y="1001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9"/>
              <p:cNvSpPr/>
              <p:nvPr/>
            </p:nvSpPr>
            <p:spPr>
              <a:xfrm>
                <a:off x="1951721" y="4772874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9"/>
              <p:cNvSpPr/>
              <p:nvPr/>
            </p:nvSpPr>
            <p:spPr>
              <a:xfrm>
                <a:off x="1988553" y="4847751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1"/>
                    </a:lnTo>
                    <a:lnTo>
                      <a:pt x="1001" y="2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9"/>
              <p:cNvSpPr/>
              <p:nvPr/>
            </p:nvSpPr>
            <p:spPr>
              <a:xfrm>
                <a:off x="1765170" y="4772874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9"/>
              <p:cNvSpPr/>
              <p:nvPr/>
            </p:nvSpPr>
            <p:spPr>
              <a:xfrm>
                <a:off x="1729553" y="4810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9"/>
              <p:cNvSpPr/>
              <p:nvPr/>
            </p:nvSpPr>
            <p:spPr>
              <a:xfrm>
                <a:off x="1692758" y="484775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2" name="Google Shape;772;p39"/>
            <p:cNvGrpSpPr/>
            <p:nvPr/>
          </p:nvGrpSpPr>
          <p:grpSpPr>
            <a:xfrm>
              <a:off x="2099011" y="4329790"/>
              <a:ext cx="407505" cy="517999"/>
              <a:chOff x="2099011" y="4329790"/>
              <a:chExt cx="407505" cy="517999"/>
            </a:xfrm>
          </p:grpSpPr>
          <p:sp>
            <p:nvSpPr>
              <p:cNvPr id="773" name="Google Shape;773;p39"/>
              <p:cNvSpPr/>
              <p:nvPr/>
            </p:nvSpPr>
            <p:spPr>
              <a:xfrm>
                <a:off x="2100225" y="4331004"/>
                <a:ext cx="405076" cy="515535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1401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1001" y="4004"/>
                    </a:lnTo>
                    <a:lnTo>
                      <a:pt x="2002" y="4004"/>
                    </a:lnTo>
                    <a:lnTo>
                      <a:pt x="2002" y="5004"/>
                    </a:lnTo>
                    <a:lnTo>
                      <a:pt x="3003" y="5004"/>
                    </a:lnTo>
                    <a:lnTo>
                      <a:pt x="3003" y="6005"/>
                    </a:lnTo>
                    <a:lnTo>
                      <a:pt x="4003" y="6005"/>
                    </a:lnTo>
                    <a:lnTo>
                      <a:pt x="4003" y="7006"/>
                    </a:lnTo>
                    <a:lnTo>
                      <a:pt x="4003" y="8006"/>
                    </a:lnTo>
                    <a:lnTo>
                      <a:pt x="3003" y="8006"/>
                    </a:lnTo>
                    <a:lnTo>
                      <a:pt x="3003" y="9007"/>
                    </a:lnTo>
                    <a:lnTo>
                      <a:pt x="2002" y="9007"/>
                    </a:lnTo>
                    <a:lnTo>
                      <a:pt x="2002" y="10008"/>
                    </a:lnTo>
                    <a:lnTo>
                      <a:pt x="1001" y="10008"/>
                    </a:lnTo>
                    <a:lnTo>
                      <a:pt x="1001" y="11009"/>
                    </a:lnTo>
                    <a:lnTo>
                      <a:pt x="1001" y="12009"/>
                    </a:lnTo>
                    <a:lnTo>
                      <a:pt x="1001" y="13010"/>
                    </a:lnTo>
                    <a:lnTo>
                      <a:pt x="1" y="13010"/>
                    </a:lnTo>
                    <a:lnTo>
                      <a:pt x="1" y="14011"/>
                    </a:lnTo>
                    <a:lnTo>
                      <a:pt x="11008" y="14011"/>
                    </a:lnTo>
                    <a:lnTo>
                      <a:pt x="11008" y="13010"/>
                    </a:lnTo>
                    <a:lnTo>
                      <a:pt x="10008" y="13010"/>
                    </a:lnTo>
                    <a:lnTo>
                      <a:pt x="10008" y="12009"/>
                    </a:lnTo>
                    <a:lnTo>
                      <a:pt x="10008" y="11009"/>
                    </a:lnTo>
                    <a:lnTo>
                      <a:pt x="10008" y="10008"/>
                    </a:lnTo>
                    <a:lnTo>
                      <a:pt x="9007" y="10008"/>
                    </a:lnTo>
                    <a:lnTo>
                      <a:pt x="9007" y="9007"/>
                    </a:lnTo>
                    <a:lnTo>
                      <a:pt x="8006" y="9007"/>
                    </a:lnTo>
                    <a:lnTo>
                      <a:pt x="8006" y="8006"/>
                    </a:lnTo>
                    <a:lnTo>
                      <a:pt x="7006" y="8006"/>
                    </a:lnTo>
                    <a:lnTo>
                      <a:pt x="7006" y="7006"/>
                    </a:lnTo>
                    <a:lnTo>
                      <a:pt x="7006" y="6005"/>
                    </a:lnTo>
                    <a:lnTo>
                      <a:pt x="8006" y="6005"/>
                    </a:lnTo>
                    <a:lnTo>
                      <a:pt x="8006" y="5004"/>
                    </a:lnTo>
                    <a:lnTo>
                      <a:pt x="9007" y="5004"/>
                    </a:lnTo>
                    <a:lnTo>
                      <a:pt x="9007" y="4004"/>
                    </a:lnTo>
                    <a:lnTo>
                      <a:pt x="10008" y="4004"/>
                    </a:lnTo>
                    <a:lnTo>
                      <a:pt x="10008" y="3003"/>
                    </a:lnTo>
                    <a:lnTo>
                      <a:pt x="10008" y="2002"/>
                    </a:lnTo>
                    <a:lnTo>
                      <a:pt x="10008" y="1001"/>
                    </a:lnTo>
                    <a:lnTo>
                      <a:pt x="11008" y="1001"/>
                    </a:lnTo>
                    <a:lnTo>
                      <a:pt x="110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9"/>
              <p:cNvSpPr/>
              <p:nvPr/>
            </p:nvSpPr>
            <p:spPr>
              <a:xfrm>
                <a:off x="2173889" y="4477080"/>
                <a:ext cx="73664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2035" extrusionOk="0">
                    <a:moveTo>
                      <a:pt x="0" y="0"/>
                    </a:moveTo>
                    <a:lnTo>
                      <a:pt x="0" y="1034"/>
                    </a:lnTo>
                    <a:lnTo>
                      <a:pt x="1001" y="1034"/>
                    </a:lnTo>
                    <a:lnTo>
                      <a:pt x="1001" y="0"/>
                    </a:lnTo>
                    <a:close/>
                    <a:moveTo>
                      <a:pt x="1001" y="1034"/>
                    </a:moveTo>
                    <a:lnTo>
                      <a:pt x="1001" y="2035"/>
                    </a:lnTo>
                    <a:lnTo>
                      <a:pt x="2001" y="2035"/>
                    </a:lnTo>
                    <a:lnTo>
                      <a:pt x="2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9"/>
              <p:cNvSpPr/>
              <p:nvPr/>
            </p:nvSpPr>
            <p:spPr>
              <a:xfrm>
                <a:off x="2284348" y="4477080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9"/>
              <p:cNvSpPr/>
              <p:nvPr/>
            </p:nvSpPr>
            <p:spPr>
              <a:xfrm>
                <a:off x="2247516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9"/>
              <p:cNvSpPr/>
              <p:nvPr/>
            </p:nvSpPr>
            <p:spPr>
              <a:xfrm>
                <a:off x="2321143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9"/>
              <p:cNvSpPr/>
              <p:nvPr/>
            </p:nvSpPr>
            <p:spPr>
              <a:xfrm>
                <a:off x="2247516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9"/>
              <p:cNvSpPr/>
              <p:nvPr/>
            </p:nvSpPr>
            <p:spPr>
              <a:xfrm>
                <a:off x="221068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9"/>
              <p:cNvSpPr/>
              <p:nvPr/>
            </p:nvSpPr>
            <p:spPr>
              <a:xfrm>
                <a:off x="2173889" y="4662415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9"/>
              <p:cNvSpPr/>
              <p:nvPr/>
            </p:nvSpPr>
            <p:spPr>
              <a:xfrm>
                <a:off x="2321143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9"/>
              <p:cNvSpPr/>
              <p:nvPr/>
            </p:nvSpPr>
            <p:spPr>
              <a:xfrm>
                <a:off x="2247516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9"/>
              <p:cNvSpPr/>
              <p:nvPr/>
            </p:nvSpPr>
            <p:spPr>
              <a:xfrm>
                <a:off x="2284348" y="4699210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9"/>
              <p:cNvSpPr/>
              <p:nvPr/>
            </p:nvSpPr>
            <p:spPr>
              <a:xfrm>
                <a:off x="2099011" y="4329790"/>
                <a:ext cx="407505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04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2"/>
                    </a:lnTo>
                    <a:lnTo>
                      <a:pt x="1001" y="4003"/>
                    </a:lnTo>
                    <a:lnTo>
                      <a:pt x="2035" y="4003"/>
                    </a:lnTo>
                    <a:lnTo>
                      <a:pt x="2035" y="3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9040" y="1001"/>
                    </a:lnTo>
                    <a:lnTo>
                      <a:pt x="9040" y="2002"/>
                    </a:lnTo>
                    <a:lnTo>
                      <a:pt x="9040" y="3002"/>
                    </a:lnTo>
                    <a:lnTo>
                      <a:pt x="9040" y="4003"/>
                    </a:lnTo>
                    <a:lnTo>
                      <a:pt x="10074" y="4003"/>
                    </a:lnTo>
                    <a:lnTo>
                      <a:pt x="10074" y="3002"/>
                    </a:lnTo>
                    <a:lnTo>
                      <a:pt x="10074" y="2002"/>
                    </a:lnTo>
                    <a:lnTo>
                      <a:pt x="10074" y="1001"/>
                    </a:lnTo>
                    <a:lnTo>
                      <a:pt x="11075" y="1001"/>
                    </a:lnTo>
                    <a:lnTo>
                      <a:pt x="1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9"/>
              <p:cNvSpPr/>
              <p:nvPr/>
            </p:nvSpPr>
            <p:spPr>
              <a:xfrm>
                <a:off x="2357974" y="4477080"/>
                <a:ext cx="73700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2035" extrusionOk="0">
                    <a:moveTo>
                      <a:pt x="1001" y="0"/>
                    </a:moveTo>
                    <a:lnTo>
                      <a:pt x="1001" y="1034"/>
                    </a:lnTo>
                    <a:lnTo>
                      <a:pt x="2002" y="1034"/>
                    </a:lnTo>
                    <a:lnTo>
                      <a:pt x="2002" y="0"/>
                    </a:lnTo>
                    <a:close/>
                    <a:moveTo>
                      <a:pt x="1" y="1034"/>
                    </a:moveTo>
                    <a:lnTo>
                      <a:pt x="1" y="2035"/>
                    </a:lnTo>
                    <a:lnTo>
                      <a:pt x="1001" y="2035"/>
                    </a:lnTo>
                    <a:lnTo>
                      <a:pt x="1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9"/>
              <p:cNvSpPr/>
              <p:nvPr/>
            </p:nvSpPr>
            <p:spPr>
              <a:xfrm>
                <a:off x="2321143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1" y="2002"/>
                    </a:lnTo>
                    <a:lnTo>
                      <a:pt x="1002" y="2002"/>
                    </a:lnTo>
                    <a:lnTo>
                      <a:pt x="1002" y="1002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9"/>
              <p:cNvSpPr/>
              <p:nvPr/>
            </p:nvSpPr>
            <p:spPr>
              <a:xfrm>
                <a:off x="235797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9"/>
              <p:cNvSpPr/>
              <p:nvPr/>
            </p:nvSpPr>
            <p:spPr>
              <a:xfrm>
                <a:off x="2394806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9"/>
              <p:cNvSpPr/>
              <p:nvPr/>
            </p:nvSpPr>
            <p:spPr>
              <a:xfrm>
                <a:off x="2099011" y="4699210"/>
                <a:ext cx="407505" cy="148578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38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1001" y="2002"/>
                    </a:lnTo>
                    <a:lnTo>
                      <a:pt x="1001" y="3036"/>
                    </a:lnTo>
                    <a:lnTo>
                      <a:pt x="0" y="3036"/>
                    </a:lnTo>
                    <a:lnTo>
                      <a:pt x="0" y="4037"/>
                    </a:lnTo>
                    <a:lnTo>
                      <a:pt x="11075" y="4037"/>
                    </a:lnTo>
                    <a:lnTo>
                      <a:pt x="11075" y="3036"/>
                    </a:lnTo>
                    <a:lnTo>
                      <a:pt x="10074" y="3036"/>
                    </a:lnTo>
                    <a:lnTo>
                      <a:pt x="10074" y="2002"/>
                    </a:lnTo>
                    <a:lnTo>
                      <a:pt x="10074" y="1002"/>
                    </a:lnTo>
                    <a:lnTo>
                      <a:pt x="10074" y="1"/>
                    </a:lnTo>
                    <a:lnTo>
                      <a:pt x="9040" y="1"/>
                    </a:lnTo>
                    <a:lnTo>
                      <a:pt x="9040" y="1002"/>
                    </a:lnTo>
                    <a:lnTo>
                      <a:pt x="9040" y="2002"/>
                    </a:lnTo>
                    <a:lnTo>
                      <a:pt x="9040" y="3036"/>
                    </a:lnTo>
                    <a:lnTo>
                      <a:pt x="8039" y="3036"/>
                    </a:lnTo>
                    <a:lnTo>
                      <a:pt x="8039" y="2002"/>
                    </a:lnTo>
                    <a:lnTo>
                      <a:pt x="7039" y="2002"/>
                    </a:lnTo>
                    <a:lnTo>
                      <a:pt x="7039" y="3036"/>
                    </a:lnTo>
                    <a:lnTo>
                      <a:pt x="6038" y="3036"/>
                    </a:lnTo>
                    <a:lnTo>
                      <a:pt x="6038" y="2002"/>
                    </a:lnTo>
                    <a:lnTo>
                      <a:pt x="5037" y="2002"/>
                    </a:lnTo>
                    <a:lnTo>
                      <a:pt x="5037" y="3036"/>
                    </a:lnTo>
                    <a:lnTo>
                      <a:pt x="4036" y="3036"/>
                    </a:lnTo>
                    <a:lnTo>
                      <a:pt x="4036" y="2002"/>
                    </a:lnTo>
                    <a:lnTo>
                      <a:pt x="3036" y="2002"/>
                    </a:lnTo>
                    <a:lnTo>
                      <a:pt x="3036" y="3036"/>
                    </a:lnTo>
                    <a:lnTo>
                      <a:pt x="2035" y="3036"/>
                    </a:lnTo>
                    <a:lnTo>
                      <a:pt x="2035" y="2002"/>
                    </a:lnTo>
                    <a:lnTo>
                      <a:pt x="2035" y="1002"/>
                    </a:lnTo>
                    <a:lnTo>
                      <a:pt x="20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50FDE0E-CF69-24AC-39B1-A0DAAA91612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43840" y="1791961"/>
            <a:ext cx="87782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Heavy reliance on manual encoding and verification.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Excessive time consumption during peak enrollment seasons.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risk of inaccurate records and misplaced physical data.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Delays caused by manual checking of financial documents (e.g.,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GCash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receipts).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Objectives</a:t>
            </a:r>
            <a:endParaRPr dirty="0"/>
          </a:p>
        </p:txBody>
      </p:sp>
      <p:grpSp>
        <p:nvGrpSpPr>
          <p:cNvPr id="858" name="Google Shape;858;p42"/>
          <p:cNvGrpSpPr/>
          <p:nvPr/>
        </p:nvGrpSpPr>
        <p:grpSpPr>
          <a:xfrm>
            <a:off x="7624113" y="3791251"/>
            <a:ext cx="1016242" cy="639649"/>
            <a:chOff x="6724425" y="3889875"/>
            <a:chExt cx="1575325" cy="991550"/>
          </a:xfrm>
        </p:grpSpPr>
        <p:sp>
          <p:nvSpPr>
            <p:cNvPr id="859" name="Google Shape;859;p42"/>
            <p:cNvSpPr/>
            <p:nvPr/>
          </p:nvSpPr>
          <p:spPr>
            <a:xfrm>
              <a:off x="7424925" y="4131700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69" y="1"/>
                  </a:moveTo>
                  <a:lnTo>
                    <a:pt x="0" y="268"/>
                  </a:lnTo>
                  <a:lnTo>
                    <a:pt x="267" y="2803"/>
                  </a:lnTo>
                  <a:lnTo>
                    <a:pt x="2802" y="2536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/>
            <p:cNvSpPr/>
            <p:nvPr/>
          </p:nvSpPr>
          <p:spPr>
            <a:xfrm>
              <a:off x="7361550" y="413837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5" y="1"/>
                  </a:moveTo>
                  <a:lnTo>
                    <a:pt x="0" y="234"/>
                  </a:lnTo>
                  <a:lnTo>
                    <a:pt x="267" y="2736"/>
                  </a:lnTo>
                  <a:lnTo>
                    <a:pt x="2802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/>
            <p:cNvSpPr/>
            <p:nvPr/>
          </p:nvSpPr>
          <p:spPr>
            <a:xfrm>
              <a:off x="7291500" y="4080825"/>
              <a:ext cx="70075" cy="68425"/>
            </a:xfrm>
            <a:custGeom>
              <a:avLst/>
              <a:gdLst/>
              <a:ahLst/>
              <a:cxnLst/>
              <a:rect l="l" t="t" r="r" b="b"/>
              <a:pathLst>
                <a:path w="2803" h="2737" extrusionOk="0">
                  <a:moveTo>
                    <a:pt x="2569" y="1"/>
                  </a:moveTo>
                  <a:lnTo>
                    <a:pt x="0" y="201"/>
                  </a:lnTo>
                  <a:lnTo>
                    <a:pt x="267" y="2736"/>
                  </a:lnTo>
                  <a:lnTo>
                    <a:pt x="2802" y="2536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/>
            <p:cNvSpPr/>
            <p:nvPr/>
          </p:nvSpPr>
          <p:spPr>
            <a:xfrm>
              <a:off x="7223100" y="4023300"/>
              <a:ext cx="68425" cy="69225"/>
            </a:xfrm>
            <a:custGeom>
              <a:avLst/>
              <a:gdLst/>
              <a:ahLst/>
              <a:cxnLst/>
              <a:rect l="l" t="t" r="r" b="b"/>
              <a:pathLst>
                <a:path w="2737" h="2769" extrusionOk="0">
                  <a:moveTo>
                    <a:pt x="2536" y="0"/>
                  </a:moveTo>
                  <a:lnTo>
                    <a:pt x="1" y="200"/>
                  </a:lnTo>
                  <a:lnTo>
                    <a:pt x="201" y="2769"/>
                  </a:lnTo>
                  <a:lnTo>
                    <a:pt x="2736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7153050" y="3965750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68" y="2769"/>
                  </a:lnTo>
                  <a:lnTo>
                    <a:pt x="2803" y="2502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7089675" y="3971600"/>
              <a:ext cx="70075" cy="69225"/>
            </a:xfrm>
            <a:custGeom>
              <a:avLst/>
              <a:gdLst/>
              <a:ahLst/>
              <a:cxnLst/>
              <a:rect l="l" t="t" r="r" b="b"/>
              <a:pathLst>
                <a:path w="2803" h="2769" extrusionOk="0">
                  <a:moveTo>
                    <a:pt x="2536" y="0"/>
                  </a:moveTo>
                  <a:lnTo>
                    <a:pt x="1" y="234"/>
                  </a:lnTo>
                  <a:lnTo>
                    <a:pt x="201" y="2769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7026300" y="3977425"/>
              <a:ext cx="68400" cy="69250"/>
            </a:xfrm>
            <a:custGeom>
              <a:avLst/>
              <a:gdLst/>
              <a:ahLst/>
              <a:cxnLst/>
              <a:rect l="l" t="t" r="r" b="b"/>
              <a:pathLst>
                <a:path w="2736" h="2770" extrusionOk="0">
                  <a:moveTo>
                    <a:pt x="2536" y="1"/>
                  </a:moveTo>
                  <a:lnTo>
                    <a:pt x="1" y="267"/>
                  </a:lnTo>
                  <a:lnTo>
                    <a:pt x="201" y="2769"/>
                  </a:lnTo>
                  <a:lnTo>
                    <a:pt x="2736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6962100" y="3984100"/>
              <a:ext cx="69225" cy="68400"/>
            </a:xfrm>
            <a:custGeom>
              <a:avLst/>
              <a:gdLst/>
              <a:ahLst/>
              <a:cxnLst/>
              <a:rect l="l" t="t" r="r" b="b"/>
              <a:pathLst>
                <a:path w="2769" h="2736" extrusionOk="0">
                  <a:moveTo>
                    <a:pt x="2569" y="0"/>
                  </a:moveTo>
                  <a:lnTo>
                    <a:pt x="0" y="201"/>
                  </a:lnTo>
                  <a:lnTo>
                    <a:pt x="234" y="2736"/>
                  </a:lnTo>
                  <a:lnTo>
                    <a:pt x="2769" y="2502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6898725" y="3989100"/>
              <a:ext cx="69225" cy="68400"/>
            </a:xfrm>
            <a:custGeom>
              <a:avLst/>
              <a:gdLst/>
              <a:ahLst/>
              <a:cxnLst/>
              <a:rect l="l" t="t" r="r" b="b"/>
              <a:pathLst>
                <a:path w="2769" h="2736" extrusionOk="0">
                  <a:moveTo>
                    <a:pt x="2535" y="1"/>
                  </a:moveTo>
                  <a:lnTo>
                    <a:pt x="0" y="234"/>
                  </a:lnTo>
                  <a:lnTo>
                    <a:pt x="200" y="2736"/>
                  </a:lnTo>
                  <a:lnTo>
                    <a:pt x="2769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2"/>
            <p:cNvSpPr/>
            <p:nvPr/>
          </p:nvSpPr>
          <p:spPr>
            <a:xfrm>
              <a:off x="6840350" y="405747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35" y="1"/>
                  </a:moveTo>
                  <a:lnTo>
                    <a:pt x="0" y="268"/>
                  </a:lnTo>
                  <a:lnTo>
                    <a:pt x="267" y="2803"/>
                  </a:lnTo>
                  <a:lnTo>
                    <a:pt x="2802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/>
            <p:cNvSpPr/>
            <p:nvPr/>
          </p:nvSpPr>
          <p:spPr>
            <a:xfrm>
              <a:off x="6782800" y="4127525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69" y="1"/>
                  </a:moveTo>
                  <a:lnTo>
                    <a:pt x="0" y="201"/>
                  </a:lnTo>
                  <a:lnTo>
                    <a:pt x="267" y="2770"/>
                  </a:lnTo>
                  <a:lnTo>
                    <a:pt x="2802" y="2503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6724425" y="41967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602" y="1"/>
                  </a:moveTo>
                  <a:lnTo>
                    <a:pt x="0" y="234"/>
                  </a:lnTo>
                  <a:lnTo>
                    <a:pt x="267" y="2736"/>
                  </a:lnTo>
                  <a:lnTo>
                    <a:pt x="2802" y="2536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/>
            <p:cNvSpPr/>
            <p:nvPr/>
          </p:nvSpPr>
          <p:spPr>
            <a:xfrm>
              <a:off x="6731100" y="426012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5" y="1"/>
                  </a:moveTo>
                  <a:lnTo>
                    <a:pt x="0" y="201"/>
                  </a:lnTo>
                  <a:lnTo>
                    <a:pt x="234" y="2736"/>
                  </a:lnTo>
                  <a:lnTo>
                    <a:pt x="2802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/>
            <p:cNvSpPr/>
            <p:nvPr/>
          </p:nvSpPr>
          <p:spPr>
            <a:xfrm>
              <a:off x="6736925" y="4323500"/>
              <a:ext cx="69250" cy="68425"/>
            </a:xfrm>
            <a:custGeom>
              <a:avLst/>
              <a:gdLst/>
              <a:ahLst/>
              <a:cxnLst/>
              <a:rect l="l" t="t" r="r" b="b"/>
              <a:pathLst>
                <a:path w="2770" h="2737" extrusionOk="0">
                  <a:moveTo>
                    <a:pt x="2569" y="1"/>
                  </a:moveTo>
                  <a:lnTo>
                    <a:pt x="1" y="201"/>
                  </a:lnTo>
                  <a:lnTo>
                    <a:pt x="234" y="2736"/>
                  </a:lnTo>
                  <a:lnTo>
                    <a:pt x="2769" y="2503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6742775" y="4386050"/>
              <a:ext cx="69225" cy="70075"/>
            </a:xfrm>
            <a:custGeom>
              <a:avLst/>
              <a:gdLst/>
              <a:ahLst/>
              <a:cxnLst/>
              <a:rect l="l" t="t" r="r" b="b"/>
              <a:pathLst>
                <a:path w="2769" h="2803" extrusionOk="0">
                  <a:moveTo>
                    <a:pt x="2535" y="1"/>
                  </a:moveTo>
                  <a:lnTo>
                    <a:pt x="0" y="234"/>
                  </a:lnTo>
                  <a:lnTo>
                    <a:pt x="234" y="2803"/>
                  </a:lnTo>
                  <a:lnTo>
                    <a:pt x="2769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6748600" y="4449425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36" y="1"/>
                  </a:moveTo>
                  <a:lnTo>
                    <a:pt x="1" y="268"/>
                  </a:lnTo>
                  <a:lnTo>
                    <a:pt x="268" y="2769"/>
                  </a:lnTo>
                  <a:lnTo>
                    <a:pt x="2803" y="2569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6755275" y="4513650"/>
              <a:ext cx="68400" cy="68400"/>
            </a:xfrm>
            <a:custGeom>
              <a:avLst/>
              <a:gdLst/>
              <a:ahLst/>
              <a:cxnLst/>
              <a:rect l="l" t="t" r="r" b="b"/>
              <a:pathLst>
                <a:path w="2736" h="2736" extrusionOk="0">
                  <a:moveTo>
                    <a:pt x="2536" y="0"/>
                  </a:moveTo>
                  <a:lnTo>
                    <a:pt x="1" y="200"/>
                  </a:lnTo>
                  <a:lnTo>
                    <a:pt x="201" y="2736"/>
                  </a:lnTo>
                  <a:lnTo>
                    <a:pt x="2736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/>
            <p:cNvSpPr/>
            <p:nvPr/>
          </p:nvSpPr>
          <p:spPr>
            <a:xfrm>
              <a:off x="6760275" y="4576200"/>
              <a:ext cx="69250" cy="69225"/>
            </a:xfrm>
            <a:custGeom>
              <a:avLst/>
              <a:gdLst/>
              <a:ahLst/>
              <a:cxnLst/>
              <a:rect l="l" t="t" r="r" b="b"/>
              <a:pathLst>
                <a:path w="2770" h="2769" extrusionOk="0">
                  <a:moveTo>
                    <a:pt x="2536" y="0"/>
                  </a:moveTo>
                  <a:lnTo>
                    <a:pt x="1" y="234"/>
                  </a:lnTo>
                  <a:lnTo>
                    <a:pt x="234" y="2769"/>
                  </a:lnTo>
                  <a:lnTo>
                    <a:pt x="2769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/>
            <p:cNvSpPr/>
            <p:nvPr/>
          </p:nvSpPr>
          <p:spPr>
            <a:xfrm>
              <a:off x="6766125" y="463957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5" y="0"/>
                  </a:moveTo>
                  <a:lnTo>
                    <a:pt x="0" y="234"/>
                  </a:lnTo>
                  <a:lnTo>
                    <a:pt x="267" y="2736"/>
                  </a:lnTo>
                  <a:lnTo>
                    <a:pt x="2802" y="2535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/>
            <p:cNvSpPr/>
            <p:nvPr/>
          </p:nvSpPr>
          <p:spPr>
            <a:xfrm>
              <a:off x="6836175" y="4697100"/>
              <a:ext cx="69225" cy="68425"/>
            </a:xfrm>
            <a:custGeom>
              <a:avLst/>
              <a:gdLst/>
              <a:ahLst/>
              <a:cxnLst/>
              <a:rect l="l" t="t" r="r" b="b"/>
              <a:pathLst>
                <a:path w="2769" h="2737" extrusionOk="0">
                  <a:moveTo>
                    <a:pt x="2535" y="1"/>
                  </a:moveTo>
                  <a:lnTo>
                    <a:pt x="0" y="234"/>
                  </a:lnTo>
                  <a:lnTo>
                    <a:pt x="200" y="2736"/>
                  </a:lnTo>
                  <a:lnTo>
                    <a:pt x="2769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6905375" y="4753825"/>
              <a:ext cx="69250" cy="69225"/>
            </a:xfrm>
            <a:custGeom>
              <a:avLst/>
              <a:gdLst/>
              <a:ahLst/>
              <a:cxnLst/>
              <a:rect l="l" t="t" r="r" b="b"/>
              <a:pathLst>
                <a:path w="2770" h="2769" extrusionOk="0">
                  <a:moveTo>
                    <a:pt x="2536" y="0"/>
                  </a:moveTo>
                  <a:lnTo>
                    <a:pt x="1" y="267"/>
                  </a:lnTo>
                  <a:lnTo>
                    <a:pt x="234" y="2769"/>
                  </a:lnTo>
                  <a:lnTo>
                    <a:pt x="2770" y="2569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6974600" y="4811350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36" y="1"/>
                  </a:moveTo>
                  <a:lnTo>
                    <a:pt x="1" y="268"/>
                  </a:lnTo>
                  <a:lnTo>
                    <a:pt x="267" y="2803"/>
                  </a:lnTo>
                  <a:lnTo>
                    <a:pt x="2803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2"/>
            <p:cNvSpPr/>
            <p:nvPr/>
          </p:nvSpPr>
          <p:spPr>
            <a:xfrm>
              <a:off x="7037975" y="48063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69" y="1"/>
                  </a:moveTo>
                  <a:lnTo>
                    <a:pt x="1" y="201"/>
                  </a:lnTo>
                  <a:lnTo>
                    <a:pt x="268" y="2736"/>
                  </a:lnTo>
                  <a:lnTo>
                    <a:pt x="2803" y="2502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2"/>
            <p:cNvSpPr/>
            <p:nvPr/>
          </p:nvSpPr>
          <p:spPr>
            <a:xfrm>
              <a:off x="7097200" y="4736300"/>
              <a:ext cx="68400" cy="70075"/>
            </a:xfrm>
            <a:custGeom>
              <a:avLst/>
              <a:gdLst/>
              <a:ahLst/>
              <a:cxnLst/>
              <a:rect l="l" t="t" r="r" b="b"/>
              <a:pathLst>
                <a:path w="2736" h="2803" extrusionOk="0">
                  <a:moveTo>
                    <a:pt x="2535" y="1"/>
                  </a:moveTo>
                  <a:lnTo>
                    <a:pt x="0" y="268"/>
                  </a:lnTo>
                  <a:lnTo>
                    <a:pt x="200" y="2803"/>
                  </a:lnTo>
                  <a:lnTo>
                    <a:pt x="2735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2"/>
            <p:cNvSpPr/>
            <p:nvPr/>
          </p:nvSpPr>
          <p:spPr>
            <a:xfrm>
              <a:off x="7160575" y="4731300"/>
              <a:ext cx="68400" cy="68400"/>
            </a:xfrm>
            <a:custGeom>
              <a:avLst/>
              <a:gdLst/>
              <a:ahLst/>
              <a:cxnLst/>
              <a:rect l="l" t="t" r="r" b="b"/>
              <a:pathLst>
                <a:path w="2736" h="2736" extrusionOk="0">
                  <a:moveTo>
                    <a:pt x="2535" y="1"/>
                  </a:moveTo>
                  <a:lnTo>
                    <a:pt x="0" y="201"/>
                  </a:lnTo>
                  <a:lnTo>
                    <a:pt x="200" y="2736"/>
                  </a:lnTo>
                  <a:lnTo>
                    <a:pt x="2735" y="2502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2"/>
            <p:cNvSpPr/>
            <p:nvPr/>
          </p:nvSpPr>
          <p:spPr>
            <a:xfrm>
              <a:off x="7218100" y="4661250"/>
              <a:ext cx="69250" cy="70075"/>
            </a:xfrm>
            <a:custGeom>
              <a:avLst/>
              <a:gdLst/>
              <a:ahLst/>
              <a:cxnLst/>
              <a:rect l="l" t="t" r="r" b="b"/>
              <a:pathLst>
                <a:path w="2770" h="2803" extrusionOk="0">
                  <a:moveTo>
                    <a:pt x="2536" y="1"/>
                  </a:moveTo>
                  <a:lnTo>
                    <a:pt x="1" y="267"/>
                  </a:lnTo>
                  <a:lnTo>
                    <a:pt x="234" y="2803"/>
                  </a:lnTo>
                  <a:lnTo>
                    <a:pt x="2769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2"/>
            <p:cNvSpPr/>
            <p:nvPr/>
          </p:nvSpPr>
          <p:spPr>
            <a:xfrm>
              <a:off x="7274825" y="459287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69" y="0"/>
                  </a:moveTo>
                  <a:lnTo>
                    <a:pt x="0" y="234"/>
                  </a:lnTo>
                  <a:lnTo>
                    <a:pt x="267" y="2736"/>
                  </a:lnTo>
                  <a:lnTo>
                    <a:pt x="2802" y="2535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2"/>
            <p:cNvSpPr/>
            <p:nvPr/>
          </p:nvSpPr>
          <p:spPr>
            <a:xfrm>
              <a:off x="7333200" y="4523650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69" y="1"/>
                  </a:moveTo>
                  <a:lnTo>
                    <a:pt x="0" y="201"/>
                  </a:lnTo>
                  <a:lnTo>
                    <a:pt x="234" y="2769"/>
                  </a:lnTo>
                  <a:lnTo>
                    <a:pt x="2802" y="2502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2"/>
            <p:cNvSpPr/>
            <p:nvPr/>
          </p:nvSpPr>
          <p:spPr>
            <a:xfrm>
              <a:off x="7397400" y="4516975"/>
              <a:ext cx="69250" cy="69250"/>
            </a:xfrm>
            <a:custGeom>
              <a:avLst/>
              <a:gdLst/>
              <a:ahLst/>
              <a:cxnLst/>
              <a:rect l="l" t="t" r="r" b="b"/>
              <a:pathLst>
                <a:path w="2770" h="2770" extrusionOk="0">
                  <a:moveTo>
                    <a:pt x="2536" y="1"/>
                  </a:moveTo>
                  <a:lnTo>
                    <a:pt x="1" y="268"/>
                  </a:lnTo>
                  <a:lnTo>
                    <a:pt x="234" y="2769"/>
                  </a:lnTo>
                  <a:lnTo>
                    <a:pt x="2769" y="2569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7460775" y="4511150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36" y="0"/>
                  </a:moveTo>
                  <a:lnTo>
                    <a:pt x="1" y="234"/>
                  </a:lnTo>
                  <a:lnTo>
                    <a:pt x="234" y="2802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7489125" y="4126700"/>
              <a:ext cx="69250" cy="68400"/>
            </a:xfrm>
            <a:custGeom>
              <a:avLst/>
              <a:gdLst/>
              <a:ahLst/>
              <a:cxnLst/>
              <a:rect l="l" t="t" r="r" b="b"/>
              <a:pathLst>
                <a:path w="2770" h="2736" extrusionOk="0">
                  <a:moveTo>
                    <a:pt x="2536" y="1"/>
                  </a:moveTo>
                  <a:lnTo>
                    <a:pt x="1" y="201"/>
                  </a:lnTo>
                  <a:lnTo>
                    <a:pt x="234" y="2736"/>
                  </a:lnTo>
                  <a:lnTo>
                    <a:pt x="2770" y="2502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2"/>
            <p:cNvSpPr/>
            <p:nvPr/>
          </p:nvSpPr>
          <p:spPr>
            <a:xfrm>
              <a:off x="7552525" y="4120025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35" y="1"/>
                  </a:moveTo>
                  <a:lnTo>
                    <a:pt x="0" y="268"/>
                  </a:lnTo>
                  <a:lnTo>
                    <a:pt x="234" y="2769"/>
                  </a:lnTo>
                  <a:lnTo>
                    <a:pt x="2802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7610900" y="4051650"/>
              <a:ext cx="68400" cy="68400"/>
            </a:xfrm>
            <a:custGeom>
              <a:avLst/>
              <a:gdLst/>
              <a:ahLst/>
              <a:cxnLst/>
              <a:rect l="l" t="t" r="r" b="b"/>
              <a:pathLst>
                <a:path w="2736" h="2736" extrusionOk="0">
                  <a:moveTo>
                    <a:pt x="2535" y="0"/>
                  </a:moveTo>
                  <a:lnTo>
                    <a:pt x="0" y="201"/>
                  </a:lnTo>
                  <a:lnTo>
                    <a:pt x="200" y="2736"/>
                  </a:lnTo>
                  <a:lnTo>
                    <a:pt x="2735" y="2502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7668425" y="3981600"/>
              <a:ext cx="69250" cy="70075"/>
            </a:xfrm>
            <a:custGeom>
              <a:avLst/>
              <a:gdLst/>
              <a:ahLst/>
              <a:cxnLst/>
              <a:rect l="l" t="t" r="r" b="b"/>
              <a:pathLst>
                <a:path w="2770" h="2803" extrusionOk="0">
                  <a:moveTo>
                    <a:pt x="2536" y="0"/>
                  </a:moveTo>
                  <a:lnTo>
                    <a:pt x="1" y="267"/>
                  </a:lnTo>
                  <a:lnTo>
                    <a:pt x="234" y="2802"/>
                  </a:lnTo>
                  <a:lnTo>
                    <a:pt x="2769" y="2536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7725125" y="3912375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69" y="1"/>
                  </a:moveTo>
                  <a:lnTo>
                    <a:pt x="1" y="268"/>
                  </a:lnTo>
                  <a:lnTo>
                    <a:pt x="268" y="2769"/>
                  </a:lnTo>
                  <a:lnTo>
                    <a:pt x="2803" y="2569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7789350" y="3906550"/>
              <a:ext cx="69250" cy="70075"/>
            </a:xfrm>
            <a:custGeom>
              <a:avLst/>
              <a:gdLst/>
              <a:ahLst/>
              <a:cxnLst/>
              <a:rect l="l" t="t" r="r" b="b"/>
              <a:pathLst>
                <a:path w="2770" h="2803" extrusionOk="0">
                  <a:moveTo>
                    <a:pt x="2536" y="0"/>
                  </a:moveTo>
                  <a:lnTo>
                    <a:pt x="0" y="234"/>
                  </a:lnTo>
                  <a:lnTo>
                    <a:pt x="234" y="2802"/>
                  </a:lnTo>
                  <a:lnTo>
                    <a:pt x="2769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7852725" y="39015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6" y="0"/>
                  </a:moveTo>
                  <a:lnTo>
                    <a:pt x="1" y="200"/>
                  </a:lnTo>
                  <a:lnTo>
                    <a:pt x="234" y="2735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7916100" y="389487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603" y="0"/>
                  </a:moveTo>
                  <a:lnTo>
                    <a:pt x="1" y="267"/>
                  </a:lnTo>
                  <a:lnTo>
                    <a:pt x="268" y="2802"/>
                  </a:lnTo>
                  <a:lnTo>
                    <a:pt x="2803" y="2569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7981150" y="3889875"/>
              <a:ext cx="68400" cy="69225"/>
            </a:xfrm>
            <a:custGeom>
              <a:avLst/>
              <a:gdLst/>
              <a:ahLst/>
              <a:cxnLst/>
              <a:rect l="l" t="t" r="r" b="b"/>
              <a:pathLst>
                <a:path w="2736" h="2769" extrusionOk="0">
                  <a:moveTo>
                    <a:pt x="2536" y="0"/>
                  </a:moveTo>
                  <a:lnTo>
                    <a:pt x="1" y="200"/>
                  </a:lnTo>
                  <a:lnTo>
                    <a:pt x="201" y="2769"/>
                  </a:lnTo>
                  <a:lnTo>
                    <a:pt x="2736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8049525" y="3947400"/>
              <a:ext cx="70075" cy="68425"/>
            </a:xfrm>
            <a:custGeom>
              <a:avLst/>
              <a:gdLst/>
              <a:ahLst/>
              <a:cxnLst/>
              <a:rect l="l" t="t" r="r" b="b"/>
              <a:pathLst>
                <a:path w="2803" h="2737" extrusionOk="0">
                  <a:moveTo>
                    <a:pt x="2536" y="1"/>
                  </a:moveTo>
                  <a:lnTo>
                    <a:pt x="1" y="201"/>
                  </a:lnTo>
                  <a:lnTo>
                    <a:pt x="268" y="2736"/>
                  </a:lnTo>
                  <a:lnTo>
                    <a:pt x="2803" y="2503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8119575" y="40049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6" y="0"/>
                  </a:moveTo>
                  <a:lnTo>
                    <a:pt x="1" y="201"/>
                  </a:lnTo>
                  <a:lnTo>
                    <a:pt x="234" y="2736"/>
                  </a:lnTo>
                  <a:lnTo>
                    <a:pt x="2803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8189625" y="4061650"/>
              <a:ext cx="68425" cy="69250"/>
            </a:xfrm>
            <a:custGeom>
              <a:avLst/>
              <a:gdLst/>
              <a:ahLst/>
              <a:cxnLst/>
              <a:rect l="l" t="t" r="r" b="b"/>
              <a:pathLst>
                <a:path w="2737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01" y="2769"/>
                  </a:lnTo>
                  <a:lnTo>
                    <a:pt x="2736" y="2569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8194650" y="412587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5" y="0"/>
                  </a:moveTo>
                  <a:lnTo>
                    <a:pt x="0" y="200"/>
                  </a:lnTo>
                  <a:lnTo>
                    <a:pt x="234" y="2735"/>
                  </a:lnTo>
                  <a:lnTo>
                    <a:pt x="2802" y="2502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8200475" y="4188400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69" y="1"/>
                  </a:moveTo>
                  <a:lnTo>
                    <a:pt x="1" y="234"/>
                  </a:lnTo>
                  <a:lnTo>
                    <a:pt x="267" y="2770"/>
                  </a:lnTo>
                  <a:lnTo>
                    <a:pt x="2803" y="2536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8207150" y="4251800"/>
              <a:ext cx="68400" cy="68400"/>
            </a:xfrm>
            <a:custGeom>
              <a:avLst/>
              <a:gdLst/>
              <a:ahLst/>
              <a:cxnLst/>
              <a:rect l="l" t="t" r="r" b="b"/>
              <a:pathLst>
                <a:path w="2736" h="2736" extrusionOk="0">
                  <a:moveTo>
                    <a:pt x="2536" y="0"/>
                  </a:moveTo>
                  <a:lnTo>
                    <a:pt x="0" y="234"/>
                  </a:lnTo>
                  <a:lnTo>
                    <a:pt x="201" y="2735"/>
                  </a:lnTo>
                  <a:lnTo>
                    <a:pt x="2736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8212150" y="4315175"/>
              <a:ext cx="70075" cy="69225"/>
            </a:xfrm>
            <a:custGeom>
              <a:avLst/>
              <a:gdLst/>
              <a:ahLst/>
              <a:cxnLst/>
              <a:rect l="l" t="t" r="r" b="b"/>
              <a:pathLst>
                <a:path w="2803" h="2769" extrusionOk="0">
                  <a:moveTo>
                    <a:pt x="2536" y="0"/>
                  </a:moveTo>
                  <a:lnTo>
                    <a:pt x="1" y="200"/>
                  </a:lnTo>
                  <a:lnTo>
                    <a:pt x="267" y="2769"/>
                  </a:lnTo>
                  <a:lnTo>
                    <a:pt x="2803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8218825" y="4377725"/>
              <a:ext cx="69250" cy="70075"/>
            </a:xfrm>
            <a:custGeom>
              <a:avLst/>
              <a:gdLst/>
              <a:ahLst/>
              <a:cxnLst/>
              <a:rect l="l" t="t" r="r" b="b"/>
              <a:pathLst>
                <a:path w="2770" h="2803" extrusionOk="0">
                  <a:moveTo>
                    <a:pt x="2536" y="0"/>
                  </a:moveTo>
                  <a:lnTo>
                    <a:pt x="0" y="267"/>
                  </a:lnTo>
                  <a:lnTo>
                    <a:pt x="234" y="2802"/>
                  </a:lnTo>
                  <a:lnTo>
                    <a:pt x="2769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8224650" y="4441100"/>
              <a:ext cx="69250" cy="69225"/>
            </a:xfrm>
            <a:custGeom>
              <a:avLst/>
              <a:gdLst/>
              <a:ahLst/>
              <a:cxnLst/>
              <a:rect l="l" t="t" r="r" b="b"/>
              <a:pathLst>
                <a:path w="2770" h="2769" extrusionOk="0">
                  <a:moveTo>
                    <a:pt x="2536" y="0"/>
                  </a:moveTo>
                  <a:lnTo>
                    <a:pt x="1" y="267"/>
                  </a:lnTo>
                  <a:lnTo>
                    <a:pt x="201" y="2769"/>
                  </a:lnTo>
                  <a:lnTo>
                    <a:pt x="2770" y="2569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8229675" y="450530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69" y="1"/>
                  </a:moveTo>
                  <a:lnTo>
                    <a:pt x="0" y="201"/>
                  </a:lnTo>
                  <a:lnTo>
                    <a:pt x="267" y="2736"/>
                  </a:lnTo>
                  <a:lnTo>
                    <a:pt x="2802" y="2503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2"/>
            <p:cNvSpPr/>
            <p:nvPr/>
          </p:nvSpPr>
          <p:spPr>
            <a:xfrm>
              <a:off x="8172950" y="4573700"/>
              <a:ext cx="68425" cy="69225"/>
            </a:xfrm>
            <a:custGeom>
              <a:avLst/>
              <a:gdLst/>
              <a:ahLst/>
              <a:cxnLst/>
              <a:rect l="l" t="t" r="r" b="b"/>
              <a:pathLst>
                <a:path w="2737" h="2769" extrusionOk="0">
                  <a:moveTo>
                    <a:pt x="2536" y="0"/>
                  </a:moveTo>
                  <a:lnTo>
                    <a:pt x="1" y="267"/>
                  </a:lnTo>
                  <a:lnTo>
                    <a:pt x="201" y="2769"/>
                  </a:lnTo>
                  <a:lnTo>
                    <a:pt x="2736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8114575" y="4642900"/>
              <a:ext cx="69250" cy="69250"/>
            </a:xfrm>
            <a:custGeom>
              <a:avLst/>
              <a:gdLst/>
              <a:ahLst/>
              <a:cxnLst/>
              <a:rect l="l" t="t" r="r" b="b"/>
              <a:pathLst>
                <a:path w="2770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34" y="2769"/>
                  </a:lnTo>
                  <a:lnTo>
                    <a:pt x="2769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8057050" y="4712125"/>
              <a:ext cx="70075" cy="69225"/>
            </a:xfrm>
            <a:custGeom>
              <a:avLst/>
              <a:gdLst/>
              <a:ahLst/>
              <a:cxnLst/>
              <a:rect l="l" t="t" r="r" b="b"/>
              <a:pathLst>
                <a:path w="2803" h="2769" extrusionOk="0">
                  <a:moveTo>
                    <a:pt x="2535" y="0"/>
                  </a:moveTo>
                  <a:lnTo>
                    <a:pt x="0" y="234"/>
                  </a:lnTo>
                  <a:lnTo>
                    <a:pt x="234" y="2769"/>
                  </a:lnTo>
                  <a:lnTo>
                    <a:pt x="2802" y="2502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7993650" y="4717950"/>
              <a:ext cx="69250" cy="69250"/>
            </a:xfrm>
            <a:custGeom>
              <a:avLst/>
              <a:gdLst/>
              <a:ahLst/>
              <a:cxnLst/>
              <a:rect l="l" t="t" r="r" b="b"/>
              <a:pathLst>
                <a:path w="2770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34" y="2769"/>
                  </a:lnTo>
                  <a:lnTo>
                    <a:pt x="2770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2"/>
            <p:cNvSpPr/>
            <p:nvPr/>
          </p:nvSpPr>
          <p:spPr>
            <a:xfrm>
              <a:off x="7923600" y="466042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36" y="0"/>
                  </a:moveTo>
                  <a:lnTo>
                    <a:pt x="1" y="234"/>
                  </a:lnTo>
                  <a:lnTo>
                    <a:pt x="234" y="2802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2"/>
            <p:cNvSpPr/>
            <p:nvPr/>
          </p:nvSpPr>
          <p:spPr>
            <a:xfrm>
              <a:off x="7860225" y="4666250"/>
              <a:ext cx="69250" cy="69250"/>
            </a:xfrm>
            <a:custGeom>
              <a:avLst/>
              <a:gdLst/>
              <a:ahLst/>
              <a:cxnLst/>
              <a:rect l="l" t="t" r="r" b="b"/>
              <a:pathLst>
                <a:path w="2770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34" y="2769"/>
                  </a:lnTo>
                  <a:lnTo>
                    <a:pt x="2769" y="2569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2"/>
            <p:cNvSpPr/>
            <p:nvPr/>
          </p:nvSpPr>
          <p:spPr>
            <a:xfrm>
              <a:off x="7790175" y="46095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69" y="0"/>
                  </a:moveTo>
                  <a:lnTo>
                    <a:pt x="1" y="201"/>
                  </a:lnTo>
                  <a:lnTo>
                    <a:pt x="234" y="2736"/>
                  </a:lnTo>
                  <a:lnTo>
                    <a:pt x="2803" y="2502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2"/>
            <p:cNvSpPr/>
            <p:nvPr/>
          </p:nvSpPr>
          <p:spPr>
            <a:xfrm>
              <a:off x="7720975" y="4552000"/>
              <a:ext cx="69225" cy="68400"/>
            </a:xfrm>
            <a:custGeom>
              <a:avLst/>
              <a:gdLst/>
              <a:ahLst/>
              <a:cxnLst/>
              <a:rect l="l" t="t" r="r" b="b"/>
              <a:pathLst>
                <a:path w="2769" h="2736" extrusionOk="0">
                  <a:moveTo>
                    <a:pt x="2569" y="1"/>
                  </a:moveTo>
                  <a:lnTo>
                    <a:pt x="0" y="201"/>
                  </a:lnTo>
                  <a:lnTo>
                    <a:pt x="234" y="2736"/>
                  </a:lnTo>
                  <a:lnTo>
                    <a:pt x="2769" y="2503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7651750" y="4494475"/>
              <a:ext cx="69250" cy="69225"/>
            </a:xfrm>
            <a:custGeom>
              <a:avLst/>
              <a:gdLst/>
              <a:ahLst/>
              <a:cxnLst/>
              <a:rect l="l" t="t" r="r" b="b"/>
              <a:pathLst>
                <a:path w="2770" h="2769" extrusionOk="0">
                  <a:moveTo>
                    <a:pt x="2536" y="0"/>
                  </a:moveTo>
                  <a:lnTo>
                    <a:pt x="1" y="200"/>
                  </a:lnTo>
                  <a:lnTo>
                    <a:pt x="234" y="2769"/>
                  </a:lnTo>
                  <a:lnTo>
                    <a:pt x="2769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2"/>
            <p:cNvSpPr/>
            <p:nvPr/>
          </p:nvSpPr>
          <p:spPr>
            <a:xfrm>
              <a:off x="7587550" y="449947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69" y="0"/>
                  </a:moveTo>
                  <a:lnTo>
                    <a:pt x="0" y="267"/>
                  </a:lnTo>
                  <a:lnTo>
                    <a:pt x="267" y="2802"/>
                  </a:lnTo>
                  <a:lnTo>
                    <a:pt x="2802" y="2569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7524150" y="45061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6" y="0"/>
                  </a:moveTo>
                  <a:lnTo>
                    <a:pt x="1" y="200"/>
                  </a:lnTo>
                  <a:lnTo>
                    <a:pt x="268" y="2735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7761000" y="4155050"/>
              <a:ext cx="324425" cy="321925"/>
            </a:xfrm>
            <a:custGeom>
              <a:avLst/>
              <a:gdLst/>
              <a:ahLst/>
              <a:cxnLst/>
              <a:rect l="l" t="t" r="r" b="b"/>
              <a:pathLst>
                <a:path w="12977" h="12877" fill="none" extrusionOk="0">
                  <a:moveTo>
                    <a:pt x="10408" y="7339"/>
                  </a:moveTo>
                  <a:lnTo>
                    <a:pt x="12976" y="7072"/>
                  </a:lnTo>
                  <a:lnTo>
                    <a:pt x="12709" y="4571"/>
                  </a:lnTo>
                  <a:lnTo>
                    <a:pt x="10174" y="4771"/>
                  </a:lnTo>
                  <a:lnTo>
                    <a:pt x="9974" y="2269"/>
                  </a:lnTo>
                  <a:lnTo>
                    <a:pt x="7406" y="2502"/>
                  </a:lnTo>
                  <a:lnTo>
                    <a:pt x="7172" y="1"/>
                  </a:lnTo>
                  <a:lnTo>
                    <a:pt x="4637" y="201"/>
                  </a:lnTo>
                  <a:lnTo>
                    <a:pt x="4870" y="2736"/>
                  </a:lnTo>
                  <a:lnTo>
                    <a:pt x="2335" y="3003"/>
                  </a:lnTo>
                  <a:lnTo>
                    <a:pt x="2535" y="5505"/>
                  </a:lnTo>
                  <a:lnTo>
                    <a:pt x="0" y="5738"/>
                  </a:lnTo>
                  <a:lnTo>
                    <a:pt x="234" y="8273"/>
                  </a:lnTo>
                  <a:lnTo>
                    <a:pt x="2802" y="8040"/>
                  </a:lnTo>
                  <a:lnTo>
                    <a:pt x="3036" y="10575"/>
                  </a:lnTo>
                  <a:lnTo>
                    <a:pt x="5571" y="10308"/>
                  </a:lnTo>
                  <a:lnTo>
                    <a:pt x="5804" y="12877"/>
                  </a:lnTo>
                  <a:lnTo>
                    <a:pt x="8340" y="12610"/>
                  </a:lnTo>
                  <a:lnTo>
                    <a:pt x="8139" y="10075"/>
                  </a:lnTo>
                  <a:lnTo>
                    <a:pt x="10675" y="9874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6933750" y="4230950"/>
              <a:ext cx="323575" cy="321925"/>
            </a:xfrm>
            <a:custGeom>
              <a:avLst/>
              <a:gdLst/>
              <a:ahLst/>
              <a:cxnLst/>
              <a:rect l="l" t="t" r="r" b="b"/>
              <a:pathLst>
                <a:path w="12943" h="12877" fill="none" extrusionOk="0">
                  <a:moveTo>
                    <a:pt x="12943" y="7139"/>
                  </a:moveTo>
                  <a:lnTo>
                    <a:pt x="12742" y="4570"/>
                  </a:lnTo>
                  <a:lnTo>
                    <a:pt x="10207" y="4770"/>
                  </a:lnTo>
                  <a:lnTo>
                    <a:pt x="7639" y="5037"/>
                  </a:lnTo>
                  <a:lnTo>
                    <a:pt x="7405" y="2502"/>
                  </a:lnTo>
                  <a:lnTo>
                    <a:pt x="7138" y="0"/>
                  </a:lnTo>
                  <a:lnTo>
                    <a:pt x="4603" y="200"/>
                  </a:lnTo>
                  <a:lnTo>
                    <a:pt x="4870" y="2735"/>
                  </a:lnTo>
                  <a:lnTo>
                    <a:pt x="5104" y="5304"/>
                  </a:lnTo>
                  <a:lnTo>
                    <a:pt x="2569" y="5504"/>
                  </a:lnTo>
                  <a:lnTo>
                    <a:pt x="0" y="5738"/>
                  </a:lnTo>
                  <a:lnTo>
                    <a:pt x="234" y="8306"/>
                  </a:lnTo>
                  <a:lnTo>
                    <a:pt x="2769" y="8039"/>
                  </a:lnTo>
                  <a:lnTo>
                    <a:pt x="5304" y="7806"/>
                  </a:lnTo>
                  <a:lnTo>
                    <a:pt x="5571" y="10341"/>
                  </a:lnTo>
                  <a:lnTo>
                    <a:pt x="5804" y="12876"/>
                  </a:lnTo>
                  <a:lnTo>
                    <a:pt x="8373" y="12643"/>
                  </a:lnTo>
                  <a:lnTo>
                    <a:pt x="8106" y="10074"/>
                  </a:lnTo>
                  <a:lnTo>
                    <a:pt x="7872" y="7572"/>
                  </a:lnTo>
                  <a:lnTo>
                    <a:pt x="10407" y="7339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5C0A0F-4CCB-AB78-2701-1CFC25504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8912" y="1447040"/>
            <a:ext cx="876617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 administrative enrollment workflows with a secure, cross-platform system.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 student data securely.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subject loading and schedule assignment instantly.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official PDF Certificates of Registration (COR).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9"/>
          <p:cNvSpPr txBox="1">
            <a:spLocks noGrp="1"/>
          </p:cNvSpPr>
          <p:nvPr>
            <p:ph type="title"/>
          </p:nvPr>
        </p:nvSpPr>
        <p:spPr>
          <a:xfrm>
            <a:off x="1275938" y="631794"/>
            <a:ext cx="6592124" cy="7624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Architecture</a:t>
            </a:r>
            <a:endParaRPr dirty="0"/>
          </a:p>
        </p:txBody>
      </p:sp>
      <p:grpSp>
        <p:nvGrpSpPr>
          <p:cNvPr id="746" name="Google Shape;746;p39"/>
          <p:cNvGrpSpPr/>
          <p:nvPr/>
        </p:nvGrpSpPr>
        <p:grpSpPr>
          <a:xfrm>
            <a:off x="7705847" y="4010466"/>
            <a:ext cx="723042" cy="598023"/>
            <a:chOff x="1654675" y="4256126"/>
            <a:chExt cx="851841" cy="704551"/>
          </a:xfrm>
        </p:grpSpPr>
        <p:grpSp>
          <p:nvGrpSpPr>
            <p:cNvPr id="747" name="Google Shape;747;p39"/>
            <p:cNvGrpSpPr/>
            <p:nvPr/>
          </p:nvGrpSpPr>
          <p:grpSpPr>
            <a:xfrm>
              <a:off x="1654675" y="4256126"/>
              <a:ext cx="445587" cy="704551"/>
              <a:chOff x="1654675" y="4256126"/>
              <a:chExt cx="445587" cy="704551"/>
            </a:xfrm>
          </p:grpSpPr>
          <p:sp>
            <p:nvSpPr>
              <p:cNvPr id="748" name="Google Shape;748;p39"/>
              <p:cNvSpPr/>
              <p:nvPr/>
            </p:nvSpPr>
            <p:spPr>
              <a:xfrm>
                <a:off x="1655926" y="4257377"/>
                <a:ext cx="440657" cy="703300"/>
              </a:xfrm>
              <a:custGeom>
                <a:avLst/>
                <a:gdLst/>
                <a:ahLst/>
                <a:cxnLst/>
                <a:rect l="l" t="t" r="r" b="b"/>
                <a:pathLst>
                  <a:path w="11976" h="19114" extrusionOk="0">
                    <a:moveTo>
                      <a:pt x="0" y="0"/>
                    </a:moveTo>
                    <a:lnTo>
                      <a:pt x="0" y="17112"/>
                    </a:lnTo>
                    <a:lnTo>
                      <a:pt x="2002" y="17112"/>
                    </a:lnTo>
                    <a:lnTo>
                      <a:pt x="2002" y="16112"/>
                    </a:lnTo>
                    <a:lnTo>
                      <a:pt x="3002" y="16112"/>
                    </a:lnTo>
                    <a:lnTo>
                      <a:pt x="3002" y="15111"/>
                    </a:lnTo>
                    <a:lnTo>
                      <a:pt x="4003" y="15111"/>
                    </a:lnTo>
                    <a:lnTo>
                      <a:pt x="4003" y="14110"/>
                    </a:lnTo>
                    <a:lnTo>
                      <a:pt x="4971" y="14110"/>
                    </a:lnTo>
                    <a:lnTo>
                      <a:pt x="4971" y="16112"/>
                    </a:lnTo>
                    <a:lnTo>
                      <a:pt x="5971" y="16112"/>
                    </a:lnTo>
                    <a:lnTo>
                      <a:pt x="5971" y="18113"/>
                    </a:lnTo>
                    <a:lnTo>
                      <a:pt x="6972" y="18113"/>
                    </a:lnTo>
                    <a:lnTo>
                      <a:pt x="6972" y="19114"/>
                    </a:lnTo>
                    <a:lnTo>
                      <a:pt x="8973" y="19114"/>
                    </a:lnTo>
                    <a:lnTo>
                      <a:pt x="8973" y="18113"/>
                    </a:lnTo>
                    <a:lnTo>
                      <a:pt x="9974" y="18113"/>
                    </a:lnTo>
                    <a:lnTo>
                      <a:pt x="9974" y="16112"/>
                    </a:lnTo>
                    <a:lnTo>
                      <a:pt x="8973" y="16112"/>
                    </a:lnTo>
                    <a:lnTo>
                      <a:pt x="8973" y="14110"/>
                    </a:lnTo>
                    <a:lnTo>
                      <a:pt x="7973" y="14110"/>
                    </a:lnTo>
                    <a:lnTo>
                      <a:pt x="7973" y="13110"/>
                    </a:lnTo>
                    <a:lnTo>
                      <a:pt x="11976" y="13110"/>
                    </a:lnTo>
                    <a:lnTo>
                      <a:pt x="11976" y="12009"/>
                    </a:lnTo>
                    <a:lnTo>
                      <a:pt x="11976" y="11008"/>
                    </a:lnTo>
                    <a:lnTo>
                      <a:pt x="11042" y="11008"/>
                    </a:lnTo>
                    <a:lnTo>
                      <a:pt x="11042" y="10007"/>
                    </a:lnTo>
                    <a:lnTo>
                      <a:pt x="10041" y="10007"/>
                    </a:lnTo>
                    <a:lnTo>
                      <a:pt x="10041" y="9007"/>
                    </a:lnTo>
                    <a:lnTo>
                      <a:pt x="9040" y="9007"/>
                    </a:lnTo>
                    <a:lnTo>
                      <a:pt x="9040" y="8006"/>
                    </a:lnTo>
                    <a:lnTo>
                      <a:pt x="8039" y="8006"/>
                    </a:lnTo>
                    <a:lnTo>
                      <a:pt x="8039" y="7005"/>
                    </a:lnTo>
                    <a:lnTo>
                      <a:pt x="7039" y="7005"/>
                    </a:lnTo>
                    <a:lnTo>
                      <a:pt x="7039" y="6005"/>
                    </a:lnTo>
                    <a:lnTo>
                      <a:pt x="6038" y="6005"/>
                    </a:lnTo>
                    <a:lnTo>
                      <a:pt x="6038" y="5004"/>
                    </a:lnTo>
                    <a:lnTo>
                      <a:pt x="5037" y="5004"/>
                    </a:lnTo>
                    <a:lnTo>
                      <a:pt x="5037" y="4003"/>
                    </a:lnTo>
                    <a:lnTo>
                      <a:pt x="4037" y="4003"/>
                    </a:lnTo>
                    <a:lnTo>
                      <a:pt x="4037" y="3002"/>
                    </a:lnTo>
                    <a:lnTo>
                      <a:pt x="3036" y="3002"/>
                    </a:lnTo>
                    <a:lnTo>
                      <a:pt x="3036" y="2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9"/>
              <p:cNvSpPr/>
              <p:nvPr/>
            </p:nvSpPr>
            <p:spPr>
              <a:xfrm>
                <a:off x="1654675" y="4256126"/>
                <a:ext cx="36869" cy="62845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7080" extrusionOk="0">
                    <a:moveTo>
                      <a:pt x="1" y="1"/>
                    </a:moveTo>
                    <a:lnTo>
                      <a:pt x="1" y="17080"/>
                    </a:lnTo>
                    <a:lnTo>
                      <a:pt x="1002" y="17080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9"/>
              <p:cNvSpPr/>
              <p:nvPr/>
            </p:nvSpPr>
            <p:spPr>
              <a:xfrm>
                <a:off x="1692758" y="429295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9"/>
              <p:cNvSpPr/>
              <p:nvPr/>
            </p:nvSpPr>
            <p:spPr>
              <a:xfrm>
                <a:off x="1729553" y="432979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9"/>
              <p:cNvSpPr/>
              <p:nvPr/>
            </p:nvSpPr>
            <p:spPr>
              <a:xfrm>
                <a:off x="1765170" y="436662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9"/>
              <p:cNvSpPr/>
              <p:nvPr/>
            </p:nvSpPr>
            <p:spPr>
              <a:xfrm>
                <a:off x="1803216" y="4403416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9"/>
              <p:cNvSpPr/>
              <p:nvPr/>
            </p:nvSpPr>
            <p:spPr>
              <a:xfrm>
                <a:off x="1841262" y="444024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9"/>
              <p:cNvSpPr/>
              <p:nvPr/>
            </p:nvSpPr>
            <p:spPr>
              <a:xfrm>
                <a:off x="1878057" y="447708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9"/>
              <p:cNvSpPr/>
              <p:nvPr/>
            </p:nvSpPr>
            <p:spPr>
              <a:xfrm>
                <a:off x="1914889" y="451512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9"/>
              <p:cNvSpPr/>
              <p:nvPr/>
            </p:nvSpPr>
            <p:spPr>
              <a:xfrm>
                <a:off x="1951721" y="4551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9"/>
              <p:cNvSpPr/>
              <p:nvPr/>
            </p:nvSpPr>
            <p:spPr>
              <a:xfrm>
                <a:off x="1988553" y="458875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9"/>
              <p:cNvSpPr/>
              <p:nvPr/>
            </p:nvSpPr>
            <p:spPr>
              <a:xfrm>
                <a:off x="2025348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9"/>
              <p:cNvSpPr/>
              <p:nvPr/>
            </p:nvSpPr>
            <p:spPr>
              <a:xfrm>
                <a:off x="2062179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9"/>
              <p:cNvSpPr/>
              <p:nvPr/>
            </p:nvSpPr>
            <p:spPr>
              <a:xfrm>
                <a:off x="1914889" y="4699210"/>
                <a:ext cx="185373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1002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5038" y="1002"/>
                    </a:lnTo>
                    <a:lnTo>
                      <a:pt x="50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9"/>
              <p:cNvSpPr/>
              <p:nvPr/>
            </p:nvSpPr>
            <p:spPr>
              <a:xfrm>
                <a:off x="1914889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9"/>
              <p:cNvSpPr/>
              <p:nvPr/>
            </p:nvSpPr>
            <p:spPr>
              <a:xfrm>
                <a:off x="1803216" y="473604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9"/>
              <p:cNvSpPr/>
              <p:nvPr/>
            </p:nvSpPr>
            <p:spPr>
              <a:xfrm>
                <a:off x="1841262" y="4772874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9"/>
              <p:cNvSpPr/>
              <p:nvPr/>
            </p:nvSpPr>
            <p:spPr>
              <a:xfrm>
                <a:off x="1878057" y="4847751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1" y="0"/>
                    </a:moveTo>
                    <a:lnTo>
                      <a:pt x="1" y="2001"/>
                    </a:lnTo>
                    <a:lnTo>
                      <a:pt x="1002" y="2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9"/>
              <p:cNvSpPr/>
              <p:nvPr/>
            </p:nvSpPr>
            <p:spPr>
              <a:xfrm>
                <a:off x="1914889" y="4921378"/>
                <a:ext cx="73700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2002" y="1001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9"/>
              <p:cNvSpPr/>
              <p:nvPr/>
            </p:nvSpPr>
            <p:spPr>
              <a:xfrm>
                <a:off x="1951721" y="4772874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9"/>
              <p:cNvSpPr/>
              <p:nvPr/>
            </p:nvSpPr>
            <p:spPr>
              <a:xfrm>
                <a:off x="1988553" y="4847751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1"/>
                    </a:lnTo>
                    <a:lnTo>
                      <a:pt x="1001" y="2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9"/>
              <p:cNvSpPr/>
              <p:nvPr/>
            </p:nvSpPr>
            <p:spPr>
              <a:xfrm>
                <a:off x="1765170" y="4772874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9"/>
              <p:cNvSpPr/>
              <p:nvPr/>
            </p:nvSpPr>
            <p:spPr>
              <a:xfrm>
                <a:off x="1729553" y="4810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9"/>
              <p:cNvSpPr/>
              <p:nvPr/>
            </p:nvSpPr>
            <p:spPr>
              <a:xfrm>
                <a:off x="1692758" y="484775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2" name="Google Shape;772;p39"/>
            <p:cNvGrpSpPr/>
            <p:nvPr/>
          </p:nvGrpSpPr>
          <p:grpSpPr>
            <a:xfrm>
              <a:off x="2099011" y="4329790"/>
              <a:ext cx="407505" cy="517999"/>
              <a:chOff x="2099011" y="4329790"/>
              <a:chExt cx="407505" cy="517999"/>
            </a:xfrm>
          </p:grpSpPr>
          <p:sp>
            <p:nvSpPr>
              <p:cNvPr id="773" name="Google Shape;773;p39"/>
              <p:cNvSpPr/>
              <p:nvPr/>
            </p:nvSpPr>
            <p:spPr>
              <a:xfrm>
                <a:off x="2100225" y="4331004"/>
                <a:ext cx="405076" cy="515535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1401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1001" y="4004"/>
                    </a:lnTo>
                    <a:lnTo>
                      <a:pt x="2002" y="4004"/>
                    </a:lnTo>
                    <a:lnTo>
                      <a:pt x="2002" y="5004"/>
                    </a:lnTo>
                    <a:lnTo>
                      <a:pt x="3003" y="5004"/>
                    </a:lnTo>
                    <a:lnTo>
                      <a:pt x="3003" y="6005"/>
                    </a:lnTo>
                    <a:lnTo>
                      <a:pt x="4003" y="6005"/>
                    </a:lnTo>
                    <a:lnTo>
                      <a:pt x="4003" y="7006"/>
                    </a:lnTo>
                    <a:lnTo>
                      <a:pt x="4003" y="8006"/>
                    </a:lnTo>
                    <a:lnTo>
                      <a:pt x="3003" y="8006"/>
                    </a:lnTo>
                    <a:lnTo>
                      <a:pt x="3003" y="9007"/>
                    </a:lnTo>
                    <a:lnTo>
                      <a:pt x="2002" y="9007"/>
                    </a:lnTo>
                    <a:lnTo>
                      <a:pt x="2002" y="10008"/>
                    </a:lnTo>
                    <a:lnTo>
                      <a:pt x="1001" y="10008"/>
                    </a:lnTo>
                    <a:lnTo>
                      <a:pt x="1001" y="11009"/>
                    </a:lnTo>
                    <a:lnTo>
                      <a:pt x="1001" y="12009"/>
                    </a:lnTo>
                    <a:lnTo>
                      <a:pt x="1001" y="13010"/>
                    </a:lnTo>
                    <a:lnTo>
                      <a:pt x="1" y="13010"/>
                    </a:lnTo>
                    <a:lnTo>
                      <a:pt x="1" y="14011"/>
                    </a:lnTo>
                    <a:lnTo>
                      <a:pt x="11008" y="14011"/>
                    </a:lnTo>
                    <a:lnTo>
                      <a:pt x="11008" y="13010"/>
                    </a:lnTo>
                    <a:lnTo>
                      <a:pt x="10008" y="13010"/>
                    </a:lnTo>
                    <a:lnTo>
                      <a:pt x="10008" y="12009"/>
                    </a:lnTo>
                    <a:lnTo>
                      <a:pt x="10008" y="11009"/>
                    </a:lnTo>
                    <a:lnTo>
                      <a:pt x="10008" y="10008"/>
                    </a:lnTo>
                    <a:lnTo>
                      <a:pt x="9007" y="10008"/>
                    </a:lnTo>
                    <a:lnTo>
                      <a:pt x="9007" y="9007"/>
                    </a:lnTo>
                    <a:lnTo>
                      <a:pt x="8006" y="9007"/>
                    </a:lnTo>
                    <a:lnTo>
                      <a:pt x="8006" y="8006"/>
                    </a:lnTo>
                    <a:lnTo>
                      <a:pt x="7006" y="8006"/>
                    </a:lnTo>
                    <a:lnTo>
                      <a:pt x="7006" y="7006"/>
                    </a:lnTo>
                    <a:lnTo>
                      <a:pt x="7006" y="6005"/>
                    </a:lnTo>
                    <a:lnTo>
                      <a:pt x="8006" y="6005"/>
                    </a:lnTo>
                    <a:lnTo>
                      <a:pt x="8006" y="5004"/>
                    </a:lnTo>
                    <a:lnTo>
                      <a:pt x="9007" y="5004"/>
                    </a:lnTo>
                    <a:lnTo>
                      <a:pt x="9007" y="4004"/>
                    </a:lnTo>
                    <a:lnTo>
                      <a:pt x="10008" y="4004"/>
                    </a:lnTo>
                    <a:lnTo>
                      <a:pt x="10008" y="3003"/>
                    </a:lnTo>
                    <a:lnTo>
                      <a:pt x="10008" y="2002"/>
                    </a:lnTo>
                    <a:lnTo>
                      <a:pt x="10008" y="1001"/>
                    </a:lnTo>
                    <a:lnTo>
                      <a:pt x="11008" y="1001"/>
                    </a:lnTo>
                    <a:lnTo>
                      <a:pt x="110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9"/>
              <p:cNvSpPr/>
              <p:nvPr/>
            </p:nvSpPr>
            <p:spPr>
              <a:xfrm>
                <a:off x="2173889" y="4477080"/>
                <a:ext cx="73664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2035" extrusionOk="0">
                    <a:moveTo>
                      <a:pt x="0" y="0"/>
                    </a:moveTo>
                    <a:lnTo>
                      <a:pt x="0" y="1034"/>
                    </a:lnTo>
                    <a:lnTo>
                      <a:pt x="1001" y="1034"/>
                    </a:lnTo>
                    <a:lnTo>
                      <a:pt x="1001" y="0"/>
                    </a:lnTo>
                    <a:close/>
                    <a:moveTo>
                      <a:pt x="1001" y="1034"/>
                    </a:moveTo>
                    <a:lnTo>
                      <a:pt x="1001" y="2035"/>
                    </a:lnTo>
                    <a:lnTo>
                      <a:pt x="2001" y="2035"/>
                    </a:lnTo>
                    <a:lnTo>
                      <a:pt x="2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9"/>
              <p:cNvSpPr/>
              <p:nvPr/>
            </p:nvSpPr>
            <p:spPr>
              <a:xfrm>
                <a:off x="2284348" y="4477080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9"/>
              <p:cNvSpPr/>
              <p:nvPr/>
            </p:nvSpPr>
            <p:spPr>
              <a:xfrm>
                <a:off x="2247516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9"/>
              <p:cNvSpPr/>
              <p:nvPr/>
            </p:nvSpPr>
            <p:spPr>
              <a:xfrm>
                <a:off x="2321143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9"/>
              <p:cNvSpPr/>
              <p:nvPr/>
            </p:nvSpPr>
            <p:spPr>
              <a:xfrm>
                <a:off x="2247516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9"/>
              <p:cNvSpPr/>
              <p:nvPr/>
            </p:nvSpPr>
            <p:spPr>
              <a:xfrm>
                <a:off x="221068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9"/>
              <p:cNvSpPr/>
              <p:nvPr/>
            </p:nvSpPr>
            <p:spPr>
              <a:xfrm>
                <a:off x="2173889" y="4662415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9"/>
              <p:cNvSpPr/>
              <p:nvPr/>
            </p:nvSpPr>
            <p:spPr>
              <a:xfrm>
                <a:off x="2321143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9"/>
              <p:cNvSpPr/>
              <p:nvPr/>
            </p:nvSpPr>
            <p:spPr>
              <a:xfrm>
                <a:off x="2247516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9"/>
              <p:cNvSpPr/>
              <p:nvPr/>
            </p:nvSpPr>
            <p:spPr>
              <a:xfrm>
                <a:off x="2284348" y="4699210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9"/>
              <p:cNvSpPr/>
              <p:nvPr/>
            </p:nvSpPr>
            <p:spPr>
              <a:xfrm>
                <a:off x="2099011" y="4329790"/>
                <a:ext cx="407505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04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2"/>
                    </a:lnTo>
                    <a:lnTo>
                      <a:pt x="1001" y="4003"/>
                    </a:lnTo>
                    <a:lnTo>
                      <a:pt x="2035" y="4003"/>
                    </a:lnTo>
                    <a:lnTo>
                      <a:pt x="2035" y="3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9040" y="1001"/>
                    </a:lnTo>
                    <a:lnTo>
                      <a:pt x="9040" y="2002"/>
                    </a:lnTo>
                    <a:lnTo>
                      <a:pt x="9040" y="3002"/>
                    </a:lnTo>
                    <a:lnTo>
                      <a:pt x="9040" y="4003"/>
                    </a:lnTo>
                    <a:lnTo>
                      <a:pt x="10074" y="4003"/>
                    </a:lnTo>
                    <a:lnTo>
                      <a:pt x="10074" y="3002"/>
                    </a:lnTo>
                    <a:lnTo>
                      <a:pt x="10074" y="2002"/>
                    </a:lnTo>
                    <a:lnTo>
                      <a:pt x="10074" y="1001"/>
                    </a:lnTo>
                    <a:lnTo>
                      <a:pt x="11075" y="1001"/>
                    </a:lnTo>
                    <a:lnTo>
                      <a:pt x="1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9"/>
              <p:cNvSpPr/>
              <p:nvPr/>
            </p:nvSpPr>
            <p:spPr>
              <a:xfrm>
                <a:off x="2357974" y="4477080"/>
                <a:ext cx="73700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2035" extrusionOk="0">
                    <a:moveTo>
                      <a:pt x="1001" y="0"/>
                    </a:moveTo>
                    <a:lnTo>
                      <a:pt x="1001" y="1034"/>
                    </a:lnTo>
                    <a:lnTo>
                      <a:pt x="2002" y="1034"/>
                    </a:lnTo>
                    <a:lnTo>
                      <a:pt x="2002" y="0"/>
                    </a:lnTo>
                    <a:close/>
                    <a:moveTo>
                      <a:pt x="1" y="1034"/>
                    </a:moveTo>
                    <a:lnTo>
                      <a:pt x="1" y="2035"/>
                    </a:lnTo>
                    <a:lnTo>
                      <a:pt x="1001" y="2035"/>
                    </a:lnTo>
                    <a:lnTo>
                      <a:pt x="1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9"/>
              <p:cNvSpPr/>
              <p:nvPr/>
            </p:nvSpPr>
            <p:spPr>
              <a:xfrm>
                <a:off x="2321143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1" y="2002"/>
                    </a:lnTo>
                    <a:lnTo>
                      <a:pt x="1002" y="2002"/>
                    </a:lnTo>
                    <a:lnTo>
                      <a:pt x="1002" y="1002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9"/>
              <p:cNvSpPr/>
              <p:nvPr/>
            </p:nvSpPr>
            <p:spPr>
              <a:xfrm>
                <a:off x="235797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9"/>
              <p:cNvSpPr/>
              <p:nvPr/>
            </p:nvSpPr>
            <p:spPr>
              <a:xfrm>
                <a:off x="2394806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9"/>
              <p:cNvSpPr/>
              <p:nvPr/>
            </p:nvSpPr>
            <p:spPr>
              <a:xfrm>
                <a:off x="2099011" y="4699210"/>
                <a:ext cx="407505" cy="148578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38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1001" y="2002"/>
                    </a:lnTo>
                    <a:lnTo>
                      <a:pt x="1001" y="3036"/>
                    </a:lnTo>
                    <a:lnTo>
                      <a:pt x="0" y="3036"/>
                    </a:lnTo>
                    <a:lnTo>
                      <a:pt x="0" y="4037"/>
                    </a:lnTo>
                    <a:lnTo>
                      <a:pt x="11075" y="4037"/>
                    </a:lnTo>
                    <a:lnTo>
                      <a:pt x="11075" y="3036"/>
                    </a:lnTo>
                    <a:lnTo>
                      <a:pt x="10074" y="3036"/>
                    </a:lnTo>
                    <a:lnTo>
                      <a:pt x="10074" y="2002"/>
                    </a:lnTo>
                    <a:lnTo>
                      <a:pt x="10074" y="1002"/>
                    </a:lnTo>
                    <a:lnTo>
                      <a:pt x="10074" y="1"/>
                    </a:lnTo>
                    <a:lnTo>
                      <a:pt x="9040" y="1"/>
                    </a:lnTo>
                    <a:lnTo>
                      <a:pt x="9040" y="1002"/>
                    </a:lnTo>
                    <a:lnTo>
                      <a:pt x="9040" y="2002"/>
                    </a:lnTo>
                    <a:lnTo>
                      <a:pt x="9040" y="3036"/>
                    </a:lnTo>
                    <a:lnTo>
                      <a:pt x="8039" y="3036"/>
                    </a:lnTo>
                    <a:lnTo>
                      <a:pt x="8039" y="2002"/>
                    </a:lnTo>
                    <a:lnTo>
                      <a:pt x="7039" y="2002"/>
                    </a:lnTo>
                    <a:lnTo>
                      <a:pt x="7039" y="3036"/>
                    </a:lnTo>
                    <a:lnTo>
                      <a:pt x="6038" y="3036"/>
                    </a:lnTo>
                    <a:lnTo>
                      <a:pt x="6038" y="2002"/>
                    </a:lnTo>
                    <a:lnTo>
                      <a:pt x="5037" y="2002"/>
                    </a:lnTo>
                    <a:lnTo>
                      <a:pt x="5037" y="3036"/>
                    </a:lnTo>
                    <a:lnTo>
                      <a:pt x="4036" y="3036"/>
                    </a:lnTo>
                    <a:lnTo>
                      <a:pt x="4036" y="2002"/>
                    </a:lnTo>
                    <a:lnTo>
                      <a:pt x="3036" y="2002"/>
                    </a:lnTo>
                    <a:lnTo>
                      <a:pt x="3036" y="3036"/>
                    </a:lnTo>
                    <a:lnTo>
                      <a:pt x="2035" y="3036"/>
                    </a:lnTo>
                    <a:lnTo>
                      <a:pt x="2035" y="2002"/>
                    </a:lnTo>
                    <a:lnTo>
                      <a:pt x="2035" y="1002"/>
                    </a:lnTo>
                    <a:lnTo>
                      <a:pt x="20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39A1458E-A883-BECC-7D1B-5806F7F47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36" y="1971585"/>
            <a:ext cx="89685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(Mobile):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Native with Expo.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(Web):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JavaScript, PHP.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(Cloud):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(PostgreSQL).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"Single Database Architecture" via IPv4 Session Pooler.</a:t>
            </a:r>
          </a:p>
        </p:txBody>
      </p:sp>
    </p:spTree>
    <p:extLst>
      <p:ext uri="{BB962C8B-B14F-4D97-AF65-F5344CB8AC3E}">
        <p14:creationId xmlns:p14="http://schemas.microsoft.com/office/powerpoint/2010/main" val="32191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Features</a:t>
            </a:r>
            <a:endParaRPr dirty="0"/>
          </a:p>
        </p:txBody>
      </p:sp>
      <p:grpSp>
        <p:nvGrpSpPr>
          <p:cNvPr id="858" name="Google Shape;858;p42"/>
          <p:cNvGrpSpPr/>
          <p:nvPr/>
        </p:nvGrpSpPr>
        <p:grpSpPr>
          <a:xfrm>
            <a:off x="7624113" y="3791251"/>
            <a:ext cx="1016242" cy="639649"/>
            <a:chOff x="6724425" y="3889875"/>
            <a:chExt cx="1575325" cy="991550"/>
          </a:xfrm>
        </p:grpSpPr>
        <p:sp>
          <p:nvSpPr>
            <p:cNvPr id="859" name="Google Shape;859;p42"/>
            <p:cNvSpPr/>
            <p:nvPr/>
          </p:nvSpPr>
          <p:spPr>
            <a:xfrm>
              <a:off x="7424925" y="4131700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69" y="1"/>
                  </a:moveTo>
                  <a:lnTo>
                    <a:pt x="0" y="268"/>
                  </a:lnTo>
                  <a:lnTo>
                    <a:pt x="267" y="2803"/>
                  </a:lnTo>
                  <a:lnTo>
                    <a:pt x="2802" y="2536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/>
            <p:cNvSpPr/>
            <p:nvPr/>
          </p:nvSpPr>
          <p:spPr>
            <a:xfrm>
              <a:off x="7361550" y="413837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5" y="1"/>
                  </a:moveTo>
                  <a:lnTo>
                    <a:pt x="0" y="234"/>
                  </a:lnTo>
                  <a:lnTo>
                    <a:pt x="267" y="2736"/>
                  </a:lnTo>
                  <a:lnTo>
                    <a:pt x="2802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/>
            <p:cNvSpPr/>
            <p:nvPr/>
          </p:nvSpPr>
          <p:spPr>
            <a:xfrm>
              <a:off x="7291500" y="4080825"/>
              <a:ext cx="70075" cy="68425"/>
            </a:xfrm>
            <a:custGeom>
              <a:avLst/>
              <a:gdLst/>
              <a:ahLst/>
              <a:cxnLst/>
              <a:rect l="l" t="t" r="r" b="b"/>
              <a:pathLst>
                <a:path w="2803" h="2737" extrusionOk="0">
                  <a:moveTo>
                    <a:pt x="2569" y="1"/>
                  </a:moveTo>
                  <a:lnTo>
                    <a:pt x="0" y="201"/>
                  </a:lnTo>
                  <a:lnTo>
                    <a:pt x="267" y="2736"/>
                  </a:lnTo>
                  <a:lnTo>
                    <a:pt x="2802" y="2536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/>
            <p:cNvSpPr/>
            <p:nvPr/>
          </p:nvSpPr>
          <p:spPr>
            <a:xfrm>
              <a:off x="7223100" y="4023300"/>
              <a:ext cx="68425" cy="69225"/>
            </a:xfrm>
            <a:custGeom>
              <a:avLst/>
              <a:gdLst/>
              <a:ahLst/>
              <a:cxnLst/>
              <a:rect l="l" t="t" r="r" b="b"/>
              <a:pathLst>
                <a:path w="2737" h="2769" extrusionOk="0">
                  <a:moveTo>
                    <a:pt x="2536" y="0"/>
                  </a:moveTo>
                  <a:lnTo>
                    <a:pt x="1" y="200"/>
                  </a:lnTo>
                  <a:lnTo>
                    <a:pt x="201" y="2769"/>
                  </a:lnTo>
                  <a:lnTo>
                    <a:pt x="2736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7153050" y="3965750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68" y="2769"/>
                  </a:lnTo>
                  <a:lnTo>
                    <a:pt x="2803" y="2502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7089675" y="3971600"/>
              <a:ext cx="70075" cy="69225"/>
            </a:xfrm>
            <a:custGeom>
              <a:avLst/>
              <a:gdLst/>
              <a:ahLst/>
              <a:cxnLst/>
              <a:rect l="l" t="t" r="r" b="b"/>
              <a:pathLst>
                <a:path w="2803" h="2769" extrusionOk="0">
                  <a:moveTo>
                    <a:pt x="2536" y="0"/>
                  </a:moveTo>
                  <a:lnTo>
                    <a:pt x="1" y="234"/>
                  </a:lnTo>
                  <a:lnTo>
                    <a:pt x="201" y="2769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7026300" y="3977425"/>
              <a:ext cx="68400" cy="69250"/>
            </a:xfrm>
            <a:custGeom>
              <a:avLst/>
              <a:gdLst/>
              <a:ahLst/>
              <a:cxnLst/>
              <a:rect l="l" t="t" r="r" b="b"/>
              <a:pathLst>
                <a:path w="2736" h="2770" extrusionOk="0">
                  <a:moveTo>
                    <a:pt x="2536" y="1"/>
                  </a:moveTo>
                  <a:lnTo>
                    <a:pt x="1" y="267"/>
                  </a:lnTo>
                  <a:lnTo>
                    <a:pt x="201" y="2769"/>
                  </a:lnTo>
                  <a:lnTo>
                    <a:pt x="2736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6962100" y="3984100"/>
              <a:ext cx="69225" cy="68400"/>
            </a:xfrm>
            <a:custGeom>
              <a:avLst/>
              <a:gdLst/>
              <a:ahLst/>
              <a:cxnLst/>
              <a:rect l="l" t="t" r="r" b="b"/>
              <a:pathLst>
                <a:path w="2769" h="2736" extrusionOk="0">
                  <a:moveTo>
                    <a:pt x="2569" y="0"/>
                  </a:moveTo>
                  <a:lnTo>
                    <a:pt x="0" y="201"/>
                  </a:lnTo>
                  <a:lnTo>
                    <a:pt x="234" y="2736"/>
                  </a:lnTo>
                  <a:lnTo>
                    <a:pt x="2769" y="2502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6898725" y="3989100"/>
              <a:ext cx="69225" cy="68400"/>
            </a:xfrm>
            <a:custGeom>
              <a:avLst/>
              <a:gdLst/>
              <a:ahLst/>
              <a:cxnLst/>
              <a:rect l="l" t="t" r="r" b="b"/>
              <a:pathLst>
                <a:path w="2769" h="2736" extrusionOk="0">
                  <a:moveTo>
                    <a:pt x="2535" y="1"/>
                  </a:moveTo>
                  <a:lnTo>
                    <a:pt x="0" y="234"/>
                  </a:lnTo>
                  <a:lnTo>
                    <a:pt x="200" y="2736"/>
                  </a:lnTo>
                  <a:lnTo>
                    <a:pt x="2769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2"/>
            <p:cNvSpPr/>
            <p:nvPr/>
          </p:nvSpPr>
          <p:spPr>
            <a:xfrm>
              <a:off x="6840350" y="405747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35" y="1"/>
                  </a:moveTo>
                  <a:lnTo>
                    <a:pt x="0" y="268"/>
                  </a:lnTo>
                  <a:lnTo>
                    <a:pt x="267" y="2803"/>
                  </a:lnTo>
                  <a:lnTo>
                    <a:pt x="2802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/>
            <p:cNvSpPr/>
            <p:nvPr/>
          </p:nvSpPr>
          <p:spPr>
            <a:xfrm>
              <a:off x="6782800" y="4127525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69" y="1"/>
                  </a:moveTo>
                  <a:lnTo>
                    <a:pt x="0" y="201"/>
                  </a:lnTo>
                  <a:lnTo>
                    <a:pt x="267" y="2770"/>
                  </a:lnTo>
                  <a:lnTo>
                    <a:pt x="2802" y="2503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6724425" y="41967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602" y="1"/>
                  </a:moveTo>
                  <a:lnTo>
                    <a:pt x="0" y="234"/>
                  </a:lnTo>
                  <a:lnTo>
                    <a:pt x="267" y="2736"/>
                  </a:lnTo>
                  <a:lnTo>
                    <a:pt x="2802" y="2536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/>
            <p:cNvSpPr/>
            <p:nvPr/>
          </p:nvSpPr>
          <p:spPr>
            <a:xfrm>
              <a:off x="6731100" y="426012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5" y="1"/>
                  </a:moveTo>
                  <a:lnTo>
                    <a:pt x="0" y="201"/>
                  </a:lnTo>
                  <a:lnTo>
                    <a:pt x="234" y="2736"/>
                  </a:lnTo>
                  <a:lnTo>
                    <a:pt x="2802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/>
            <p:cNvSpPr/>
            <p:nvPr/>
          </p:nvSpPr>
          <p:spPr>
            <a:xfrm>
              <a:off x="6736925" y="4323500"/>
              <a:ext cx="69250" cy="68425"/>
            </a:xfrm>
            <a:custGeom>
              <a:avLst/>
              <a:gdLst/>
              <a:ahLst/>
              <a:cxnLst/>
              <a:rect l="l" t="t" r="r" b="b"/>
              <a:pathLst>
                <a:path w="2770" h="2737" extrusionOk="0">
                  <a:moveTo>
                    <a:pt x="2569" y="1"/>
                  </a:moveTo>
                  <a:lnTo>
                    <a:pt x="1" y="201"/>
                  </a:lnTo>
                  <a:lnTo>
                    <a:pt x="234" y="2736"/>
                  </a:lnTo>
                  <a:lnTo>
                    <a:pt x="2769" y="2503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6742775" y="4386050"/>
              <a:ext cx="69225" cy="70075"/>
            </a:xfrm>
            <a:custGeom>
              <a:avLst/>
              <a:gdLst/>
              <a:ahLst/>
              <a:cxnLst/>
              <a:rect l="l" t="t" r="r" b="b"/>
              <a:pathLst>
                <a:path w="2769" h="2803" extrusionOk="0">
                  <a:moveTo>
                    <a:pt x="2535" y="1"/>
                  </a:moveTo>
                  <a:lnTo>
                    <a:pt x="0" y="234"/>
                  </a:lnTo>
                  <a:lnTo>
                    <a:pt x="234" y="2803"/>
                  </a:lnTo>
                  <a:lnTo>
                    <a:pt x="2769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6748600" y="4449425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36" y="1"/>
                  </a:moveTo>
                  <a:lnTo>
                    <a:pt x="1" y="268"/>
                  </a:lnTo>
                  <a:lnTo>
                    <a:pt x="268" y="2769"/>
                  </a:lnTo>
                  <a:lnTo>
                    <a:pt x="2803" y="2569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6755275" y="4513650"/>
              <a:ext cx="68400" cy="68400"/>
            </a:xfrm>
            <a:custGeom>
              <a:avLst/>
              <a:gdLst/>
              <a:ahLst/>
              <a:cxnLst/>
              <a:rect l="l" t="t" r="r" b="b"/>
              <a:pathLst>
                <a:path w="2736" h="2736" extrusionOk="0">
                  <a:moveTo>
                    <a:pt x="2536" y="0"/>
                  </a:moveTo>
                  <a:lnTo>
                    <a:pt x="1" y="200"/>
                  </a:lnTo>
                  <a:lnTo>
                    <a:pt x="201" y="2736"/>
                  </a:lnTo>
                  <a:lnTo>
                    <a:pt x="2736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/>
            <p:cNvSpPr/>
            <p:nvPr/>
          </p:nvSpPr>
          <p:spPr>
            <a:xfrm>
              <a:off x="6760275" y="4576200"/>
              <a:ext cx="69250" cy="69225"/>
            </a:xfrm>
            <a:custGeom>
              <a:avLst/>
              <a:gdLst/>
              <a:ahLst/>
              <a:cxnLst/>
              <a:rect l="l" t="t" r="r" b="b"/>
              <a:pathLst>
                <a:path w="2770" h="2769" extrusionOk="0">
                  <a:moveTo>
                    <a:pt x="2536" y="0"/>
                  </a:moveTo>
                  <a:lnTo>
                    <a:pt x="1" y="234"/>
                  </a:lnTo>
                  <a:lnTo>
                    <a:pt x="234" y="2769"/>
                  </a:lnTo>
                  <a:lnTo>
                    <a:pt x="2769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/>
            <p:cNvSpPr/>
            <p:nvPr/>
          </p:nvSpPr>
          <p:spPr>
            <a:xfrm>
              <a:off x="6766125" y="463957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5" y="0"/>
                  </a:moveTo>
                  <a:lnTo>
                    <a:pt x="0" y="234"/>
                  </a:lnTo>
                  <a:lnTo>
                    <a:pt x="267" y="2736"/>
                  </a:lnTo>
                  <a:lnTo>
                    <a:pt x="2802" y="2535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/>
            <p:cNvSpPr/>
            <p:nvPr/>
          </p:nvSpPr>
          <p:spPr>
            <a:xfrm>
              <a:off x="6836175" y="4697100"/>
              <a:ext cx="69225" cy="68425"/>
            </a:xfrm>
            <a:custGeom>
              <a:avLst/>
              <a:gdLst/>
              <a:ahLst/>
              <a:cxnLst/>
              <a:rect l="l" t="t" r="r" b="b"/>
              <a:pathLst>
                <a:path w="2769" h="2737" extrusionOk="0">
                  <a:moveTo>
                    <a:pt x="2535" y="1"/>
                  </a:moveTo>
                  <a:lnTo>
                    <a:pt x="0" y="234"/>
                  </a:lnTo>
                  <a:lnTo>
                    <a:pt x="200" y="2736"/>
                  </a:lnTo>
                  <a:lnTo>
                    <a:pt x="2769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6905375" y="4753825"/>
              <a:ext cx="69250" cy="69225"/>
            </a:xfrm>
            <a:custGeom>
              <a:avLst/>
              <a:gdLst/>
              <a:ahLst/>
              <a:cxnLst/>
              <a:rect l="l" t="t" r="r" b="b"/>
              <a:pathLst>
                <a:path w="2770" h="2769" extrusionOk="0">
                  <a:moveTo>
                    <a:pt x="2536" y="0"/>
                  </a:moveTo>
                  <a:lnTo>
                    <a:pt x="1" y="267"/>
                  </a:lnTo>
                  <a:lnTo>
                    <a:pt x="234" y="2769"/>
                  </a:lnTo>
                  <a:lnTo>
                    <a:pt x="2770" y="2569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6974600" y="4811350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36" y="1"/>
                  </a:moveTo>
                  <a:lnTo>
                    <a:pt x="1" y="268"/>
                  </a:lnTo>
                  <a:lnTo>
                    <a:pt x="267" y="2803"/>
                  </a:lnTo>
                  <a:lnTo>
                    <a:pt x="2803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2"/>
            <p:cNvSpPr/>
            <p:nvPr/>
          </p:nvSpPr>
          <p:spPr>
            <a:xfrm>
              <a:off x="7037975" y="48063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69" y="1"/>
                  </a:moveTo>
                  <a:lnTo>
                    <a:pt x="1" y="201"/>
                  </a:lnTo>
                  <a:lnTo>
                    <a:pt x="268" y="2736"/>
                  </a:lnTo>
                  <a:lnTo>
                    <a:pt x="2803" y="2502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2"/>
            <p:cNvSpPr/>
            <p:nvPr/>
          </p:nvSpPr>
          <p:spPr>
            <a:xfrm>
              <a:off x="7097200" y="4736300"/>
              <a:ext cx="68400" cy="70075"/>
            </a:xfrm>
            <a:custGeom>
              <a:avLst/>
              <a:gdLst/>
              <a:ahLst/>
              <a:cxnLst/>
              <a:rect l="l" t="t" r="r" b="b"/>
              <a:pathLst>
                <a:path w="2736" h="2803" extrusionOk="0">
                  <a:moveTo>
                    <a:pt x="2535" y="1"/>
                  </a:moveTo>
                  <a:lnTo>
                    <a:pt x="0" y="268"/>
                  </a:lnTo>
                  <a:lnTo>
                    <a:pt x="200" y="2803"/>
                  </a:lnTo>
                  <a:lnTo>
                    <a:pt x="2735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2"/>
            <p:cNvSpPr/>
            <p:nvPr/>
          </p:nvSpPr>
          <p:spPr>
            <a:xfrm>
              <a:off x="7160575" y="4731300"/>
              <a:ext cx="68400" cy="68400"/>
            </a:xfrm>
            <a:custGeom>
              <a:avLst/>
              <a:gdLst/>
              <a:ahLst/>
              <a:cxnLst/>
              <a:rect l="l" t="t" r="r" b="b"/>
              <a:pathLst>
                <a:path w="2736" h="2736" extrusionOk="0">
                  <a:moveTo>
                    <a:pt x="2535" y="1"/>
                  </a:moveTo>
                  <a:lnTo>
                    <a:pt x="0" y="201"/>
                  </a:lnTo>
                  <a:lnTo>
                    <a:pt x="200" y="2736"/>
                  </a:lnTo>
                  <a:lnTo>
                    <a:pt x="2735" y="2502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2"/>
            <p:cNvSpPr/>
            <p:nvPr/>
          </p:nvSpPr>
          <p:spPr>
            <a:xfrm>
              <a:off x="7218100" y="4661250"/>
              <a:ext cx="69250" cy="70075"/>
            </a:xfrm>
            <a:custGeom>
              <a:avLst/>
              <a:gdLst/>
              <a:ahLst/>
              <a:cxnLst/>
              <a:rect l="l" t="t" r="r" b="b"/>
              <a:pathLst>
                <a:path w="2770" h="2803" extrusionOk="0">
                  <a:moveTo>
                    <a:pt x="2536" y="1"/>
                  </a:moveTo>
                  <a:lnTo>
                    <a:pt x="1" y="267"/>
                  </a:lnTo>
                  <a:lnTo>
                    <a:pt x="234" y="2803"/>
                  </a:lnTo>
                  <a:lnTo>
                    <a:pt x="2769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2"/>
            <p:cNvSpPr/>
            <p:nvPr/>
          </p:nvSpPr>
          <p:spPr>
            <a:xfrm>
              <a:off x="7274825" y="459287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69" y="0"/>
                  </a:moveTo>
                  <a:lnTo>
                    <a:pt x="0" y="234"/>
                  </a:lnTo>
                  <a:lnTo>
                    <a:pt x="267" y="2736"/>
                  </a:lnTo>
                  <a:lnTo>
                    <a:pt x="2802" y="2535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2"/>
            <p:cNvSpPr/>
            <p:nvPr/>
          </p:nvSpPr>
          <p:spPr>
            <a:xfrm>
              <a:off x="7333200" y="4523650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69" y="1"/>
                  </a:moveTo>
                  <a:lnTo>
                    <a:pt x="0" y="201"/>
                  </a:lnTo>
                  <a:lnTo>
                    <a:pt x="234" y="2769"/>
                  </a:lnTo>
                  <a:lnTo>
                    <a:pt x="2802" y="2502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2"/>
            <p:cNvSpPr/>
            <p:nvPr/>
          </p:nvSpPr>
          <p:spPr>
            <a:xfrm>
              <a:off x="7397400" y="4516975"/>
              <a:ext cx="69250" cy="69250"/>
            </a:xfrm>
            <a:custGeom>
              <a:avLst/>
              <a:gdLst/>
              <a:ahLst/>
              <a:cxnLst/>
              <a:rect l="l" t="t" r="r" b="b"/>
              <a:pathLst>
                <a:path w="2770" h="2770" extrusionOk="0">
                  <a:moveTo>
                    <a:pt x="2536" y="1"/>
                  </a:moveTo>
                  <a:lnTo>
                    <a:pt x="1" y="268"/>
                  </a:lnTo>
                  <a:lnTo>
                    <a:pt x="234" y="2769"/>
                  </a:lnTo>
                  <a:lnTo>
                    <a:pt x="2769" y="2569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7460775" y="4511150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36" y="0"/>
                  </a:moveTo>
                  <a:lnTo>
                    <a:pt x="1" y="234"/>
                  </a:lnTo>
                  <a:lnTo>
                    <a:pt x="234" y="2802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2"/>
            <p:cNvSpPr/>
            <p:nvPr/>
          </p:nvSpPr>
          <p:spPr>
            <a:xfrm>
              <a:off x="7489125" y="4126700"/>
              <a:ext cx="69250" cy="68400"/>
            </a:xfrm>
            <a:custGeom>
              <a:avLst/>
              <a:gdLst/>
              <a:ahLst/>
              <a:cxnLst/>
              <a:rect l="l" t="t" r="r" b="b"/>
              <a:pathLst>
                <a:path w="2770" h="2736" extrusionOk="0">
                  <a:moveTo>
                    <a:pt x="2536" y="1"/>
                  </a:moveTo>
                  <a:lnTo>
                    <a:pt x="1" y="201"/>
                  </a:lnTo>
                  <a:lnTo>
                    <a:pt x="234" y="2736"/>
                  </a:lnTo>
                  <a:lnTo>
                    <a:pt x="2770" y="2502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2"/>
            <p:cNvSpPr/>
            <p:nvPr/>
          </p:nvSpPr>
          <p:spPr>
            <a:xfrm>
              <a:off x="7552525" y="4120025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35" y="1"/>
                  </a:moveTo>
                  <a:lnTo>
                    <a:pt x="0" y="268"/>
                  </a:lnTo>
                  <a:lnTo>
                    <a:pt x="234" y="2769"/>
                  </a:lnTo>
                  <a:lnTo>
                    <a:pt x="2802" y="2536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7610900" y="4051650"/>
              <a:ext cx="68400" cy="68400"/>
            </a:xfrm>
            <a:custGeom>
              <a:avLst/>
              <a:gdLst/>
              <a:ahLst/>
              <a:cxnLst/>
              <a:rect l="l" t="t" r="r" b="b"/>
              <a:pathLst>
                <a:path w="2736" h="2736" extrusionOk="0">
                  <a:moveTo>
                    <a:pt x="2535" y="0"/>
                  </a:moveTo>
                  <a:lnTo>
                    <a:pt x="0" y="201"/>
                  </a:lnTo>
                  <a:lnTo>
                    <a:pt x="200" y="2736"/>
                  </a:lnTo>
                  <a:lnTo>
                    <a:pt x="2735" y="2502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7668425" y="3981600"/>
              <a:ext cx="69250" cy="70075"/>
            </a:xfrm>
            <a:custGeom>
              <a:avLst/>
              <a:gdLst/>
              <a:ahLst/>
              <a:cxnLst/>
              <a:rect l="l" t="t" r="r" b="b"/>
              <a:pathLst>
                <a:path w="2770" h="2803" extrusionOk="0">
                  <a:moveTo>
                    <a:pt x="2536" y="0"/>
                  </a:moveTo>
                  <a:lnTo>
                    <a:pt x="1" y="267"/>
                  </a:lnTo>
                  <a:lnTo>
                    <a:pt x="234" y="2802"/>
                  </a:lnTo>
                  <a:lnTo>
                    <a:pt x="2769" y="2536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7725125" y="3912375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69" y="1"/>
                  </a:moveTo>
                  <a:lnTo>
                    <a:pt x="1" y="268"/>
                  </a:lnTo>
                  <a:lnTo>
                    <a:pt x="268" y="2769"/>
                  </a:lnTo>
                  <a:lnTo>
                    <a:pt x="2803" y="2569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2"/>
            <p:cNvSpPr/>
            <p:nvPr/>
          </p:nvSpPr>
          <p:spPr>
            <a:xfrm>
              <a:off x="7789350" y="3906550"/>
              <a:ext cx="69250" cy="70075"/>
            </a:xfrm>
            <a:custGeom>
              <a:avLst/>
              <a:gdLst/>
              <a:ahLst/>
              <a:cxnLst/>
              <a:rect l="l" t="t" r="r" b="b"/>
              <a:pathLst>
                <a:path w="2770" h="2803" extrusionOk="0">
                  <a:moveTo>
                    <a:pt x="2536" y="0"/>
                  </a:moveTo>
                  <a:lnTo>
                    <a:pt x="0" y="234"/>
                  </a:lnTo>
                  <a:lnTo>
                    <a:pt x="234" y="2802"/>
                  </a:lnTo>
                  <a:lnTo>
                    <a:pt x="2769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2"/>
            <p:cNvSpPr/>
            <p:nvPr/>
          </p:nvSpPr>
          <p:spPr>
            <a:xfrm>
              <a:off x="7852725" y="39015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6" y="0"/>
                  </a:moveTo>
                  <a:lnTo>
                    <a:pt x="1" y="200"/>
                  </a:lnTo>
                  <a:lnTo>
                    <a:pt x="234" y="2735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7916100" y="389487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603" y="0"/>
                  </a:moveTo>
                  <a:lnTo>
                    <a:pt x="1" y="267"/>
                  </a:lnTo>
                  <a:lnTo>
                    <a:pt x="268" y="2802"/>
                  </a:lnTo>
                  <a:lnTo>
                    <a:pt x="2803" y="2569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7981150" y="3889875"/>
              <a:ext cx="68400" cy="69225"/>
            </a:xfrm>
            <a:custGeom>
              <a:avLst/>
              <a:gdLst/>
              <a:ahLst/>
              <a:cxnLst/>
              <a:rect l="l" t="t" r="r" b="b"/>
              <a:pathLst>
                <a:path w="2736" h="2769" extrusionOk="0">
                  <a:moveTo>
                    <a:pt x="2536" y="0"/>
                  </a:moveTo>
                  <a:lnTo>
                    <a:pt x="1" y="200"/>
                  </a:lnTo>
                  <a:lnTo>
                    <a:pt x="201" y="2769"/>
                  </a:lnTo>
                  <a:lnTo>
                    <a:pt x="2736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8049525" y="3947400"/>
              <a:ext cx="70075" cy="68425"/>
            </a:xfrm>
            <a:custGeom>
              <a:avLst/>
              <a:gdLst/>
              <a:ahLst/>
              <a:cxnLst/>
              <a:rect l="l" t="t" r="r" b="b"/>
              <a:pathLst>
                <a:path w="2803" h="2737" extrusionOk="0">
                  <a:moveTo>
                    <a:pt x="2536" y="1"/>
                  </a:moveTo>
                  <a:lnTo>
                    <a:pt x="1" y="201"/>
                  </a:lnTo>
                  <a:lnTo>
                    <a:pt x="268" y="2736"/>
                  </a:lnTo>
                  <a:lnTo>
                    <a:pt x="2803" y="2503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2"/>
            <p:cNvSpPr/>
            <p:nvPr/>
          </p:nvSpPr>
          <p:spPr>
            <a:xfrm>
              <a:off x="8119575" y="40049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6" y="0"/>
                  </a:moveTo>
                  <a:lnTo>
                    <a:pt x="1" y="201"/>
                  </a:lnTo>
                  <a:lnTo>
                    <a:pt x="234" y="2736"/>
                  </a:lnTo>
                  <a:lnTo>
                    <a:pt x="2803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2"/>
            <p:cNvSpPr/>
            <p:nvPr/>
          </p:nvSpPr>
          <p:spPr>
            <a:xfrm>
              <a:off x="8189625" y="4061650"/>
              <a:ext cx="68425" cy="69250"/>
            </a:xfrm>
            <a:custGeom>
              <a:avLst/>
              <a:gdLst/>
              <a:ahLst/>
              <a:cxnLst/>
              <a:rect l="l" t="t" r="r" b="b"/>
              <a:pathLst>
                <a:path w="2737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01" y="2769"/>
                  </a:lnTo>
                  <a:lnTo>
                    <a:pt x="2736" y="2569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8194650" y="4125875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5" y="0"/>
                  </a:moveTo>
                  <a:lnTo>
                    <a:pt x="0" y="200"/>
                  </a:lnTo>
                  <a:lnTo>
                    <a:pt x="234" y="2735"/>
                  </a:lnTo>
                  <a:lnTo>
                    <a:pt x="2802" y="2502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8200475" y="4188400"/>
              <a:ext cx="70075" cy="69250"/>
            </a:xfrm>
            <a:custGeom>
              <a:avLst/>
              <a:gdLst/>
              <a:ahLst/>
              <a:cxnLst/>
              <a:rect l="l" t="t" r="r" b="b"/>
              <a:pathLst>
                <a:path w="2803" h="2770" extrusionOk="0">
                  <a:moveTo>
                    <a:pt x="2569" y="1"/>
                  </a:moveTo>
                  <a:lnTo>
                    <a:pt x="1" y="234"/>
                  </a:lnTo>
                  <a:lnTo>
                    <a:pt x="267" y="2770"/>
                  </a:lnTo>
                  <a:lnTo>
                    <a:pt x="2803" y="2536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8207150" y="4251800"/>
              <a:ext cx="68400" cy="68400"/>
            </a:xfrm>
            <a:custGeom>
              <a:avLst/>
              <a:gdLst/>
              <a:ahLst/>
              <a:cxnLst/>
              <a:rect l="l" t="t" r="r" b="b"/>
              <a:pathLst>
                <a:path w="2736" h="2736" extrusionOk="0">
                  <a:moveTo>
                    <a:pt x="2536" y="0"/>
                  </a:moveTo>
                  <a:lnTo>
                    <a:pt x="0" y="234"/>
                  </a:lnTo>
                  <a:lnTo>
                    <a:pt x="201" y="2735"/>
                  </a:lnTo>
                  <a:lnTo>
                    <a:pt x="2736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8212150" y="4315175"/>
              <a:ext cx="70075" cy="69225"/>
            </a:xfrm>
            <a:custGeom>
              <a:avLst/>
              <a:gdLst/>
              <a:ahLst/>
              <a:cxnLst/>
              <a:rect l="l" t="t" r="r" b="b"/>
              <a:pathLst>
                <a:path w="2803" h="2769" extrusionOk="0">
                  <a:moveTo>
                    <a:pt x="2536" y="0"/>
                  </a:moveTo>
                  <a:lnTo>
                    <a:pt x="1" y="200"/>
                  </a:lnTo>
                  <a:lnTo>
                    <a:pt x="267" y="2769"/>
                  </a:lnTo>
                  <a:lnTo>
                    <a:pt x="2803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2"/>
            <p:cNvSpPr/>
            <p:nvPr/>
          </p:nvSpPr>
          <p:spPr>
            <a:xfrm>
              <a:off x="8218825" y="4377725"/>
              <a:ext cx="69250" cy="70075"/>
            </a:xfrm>
            <a:custGeom>
              <a:avLst/>
              <a:gdLst/>
              <a:ahLst/>
              <a:cxnLst/>
              <a:rect l="l" t="t" r="r" b="b"/>
              <a:pathLst>
                <a:path w="2770" h="2803" extrusionOk="0">
                  <a:moveTo>
                    <a:pt x="2536" y="0"/>
                  </a:moveTo>
                  <a:lnTo>
                    <a:pt x="0" y="267"/>
                  </a:lnTo>
                  <a:lnTo>
                    <a:pt x="234" y="2802"/>
                  </a:lnTo>
                  <a:lnTo>
                    <a:pt x="2769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2"/>
            <p:cNvSpPr/>
            <p:nvPr/>
          </p:nvSpPr>
          <p:spPr>
            <a:xfrm>
              <a:off x="8224650" y="4441100"/>
              <a:ext cx="69250" cy="69225"/>
            </a:xfrm>
            <a:custGeom>
              <a:avLst/>
              <a:gdLst/>
              <a:ahLst/>
              <a:cxnLst/>
              <a:rect l="l" t="t" r="r" b="b"/>
              <a:pathLst>
                <a:path w="2770" h="2769" extrusionOk="0">
                  <a:moveTo>
                    <a:pt x="2536" y="0"/>
                  </a:moveTo>
                  <a:lnTo>
                    <a:pt x="1" y="267"/>
                  </a:lnTo>
                  <a:lnTo>
                    <a:pt x="201" y="2769"/>
                  </a:lnTo>
                  <a:lnTo>
                    <a:pt x="2770" y="2569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2"/>
            <p:cNvSpPr/>
            <p:nvPr/>
          </p:nvSpPr>
          <p:spPr>
            <a:xfrm>
              <a:off x="8229675" y="450530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69" y="1"/>
                  </a:moveTo>
                  <a:lnTo>
                    <a:pt x="0" y="201"/>
                  </a:lnTo>
                  <a:lnTo>
                    <a:pt x="267" y="2736"/>
                  </a:lnTo>
                  <a:lnTo>
                    <a:pt x="2802" y="2503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2"/>
            <p:cNvSpPr/>
            <p:nvPr/>
          </p:nvSpPr>
          <p:spPr>
            <a:xfrm>
              <a:off x="8172950" y="4573700"/>
              <a:ext cx="68425" cy="69225"/>
            </a:xfrm>
            <a:custGeom>
              <a:avLst/>
              <a:gdLst/>
              <a:ahLst/>
              <a:cxnLst/>
              <a:rect l="l" t="t" r="r" b="b"/>
              <a:pathLst>
                <a:path w="2737" h="2769" extrusionOk="0">
                  <a:moveTo>
                    <a:pt x="2536" y="0"/>
                  </a:moveTo>
                  <a:lnTo>
                    <a:pt x="1" y="267"/>
                  </a:lnTo>
                  <a:lnTo>
                    <a:pt x="201" y="2769"/>
                  </a:lnTo>
                  <a:lnTo>
                    <a:pt x="2736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2"/>
            <p:cNvSpPr/>
            <p:nvPr/>
          </p:nvSpPr>
          <p:spPr>
            <a:xfrm>
              <a:off x="8114575" y="4642900"/>
              <a:ext cx="69250" cy="69250"/>
            </a:xfrm>
            <a:custGeom>
              <a:avLst/>
              <a:gdLst/>
              <a:ahLst/>
              <a:cxnLst/>
              <a:rect l="l" t="t" r="r" b="b"/>
              <a:pathLst>
                <a:path w="2770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34" y="2769"/>
                  </a:lnTo>
                  <a:lnTo>
                    <a:pt x="2769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8057050" y="4712125"/>
              <a:ext cx="70075" cy="69225"/>
            </a:xfrm>
            <a:custGeom>
              <a:avLst/>
              <a:gdLst/>
              <a:ahLst/>
              <a:cxnLst/>
              <a:rect l="l" t="t" r="r" b="b"/>
              <a:pathLst>
                <a:path w="2803" h="2769" extrusionOk="0">
                  <a:moveTo>
                    <a:pt x="2535" y="0"/>
                  </a:moveTo>
                  <a:lnTo>
                    <a:pt x="0" y="234"/>
                  </a:lnTo>
                  <a:lnTo>
                    <a:pt x="234" y="2769"/>
                  </a:lnTo>
                  <a:lnTo>
                    <a:pt x="2802" y="2502"/>
                  </a:lnTo>
                  <a:lnTo>
                    <a:pt x="25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7993650" y="4717950"/>
              <a:ext cx="69250" cy="69250"/>
            </a:xfrm>
            <a:custGeom>
              <a:avLst/>
              <a:gdLst/>
              <a:ahLst/>
              <a:cxnLst/>
              <a:rect l="l" t="t" r="r" b="b"/>
              <a:pathLst>
                <a:path w="2770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34" y="2769"/>
                  </a:lnTo>
                  <a:lnTo>
                    <a:pt x="2770" y="2536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2"/>
            <p:cNvSpPr/>
            <p:nvPr/>
          </p:nvSpPr>
          <p:spPr>
            <a:xfrm>
              <a:off x="7923600" y="466042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36" y="0"/>
                  </a:moveTo>
                  <a:lnTo>
                    <a:pt x="1" y="234"/>
                  </a:lnTo>
                  <a:lnTo>
                    <a:pt x="234" y="2802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2"/>
            <p:cNvSpPr/>
            <p:nvPr/>
          </p:nvSpPr>
          <p:spPr>
            <a:xfrm>
              <a:off x="7860225" y="4666250"/>
              <a:ext cx="69250" cy="69250"/>
            </a:xfrm>
            <a:custGeom>
              <a:avLst/>
              <a:gdLst/>
              <a:ahLst/>
              <a:cxnLst/>
              <a:rect l="l" t="t" r="r" b="b"/>
              <a:pathLst>
                <a:path w="2770" h="2770" extrusionOk="0">
                  <a:moveTo>
                    <a:pt x="2536" y="1"/>
                  </a:moveTo>
                  <a:lnTo>
                    <a:pt x="1" y="234"/>
                  </a:lnTo>
                  <a:lnTo>
                    <a:pt x="234" y="2769"/>
                  </a:lnTo>
                  <a:lnTo>
                    <a:pt x="2769" y="2569"/>
                  </a:lnTo>
                  <a:lnTo>
                    <a:pt x="2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2"/>
            <p:cNvSpPr/>
            <p:nvPr/>
          </p:nvSpPr>
          <p:spPr>
            <a:xfrm>
              <a:off x="7790175" y="46095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69" y="0"/>
                  </a:moveTo>
                  <a:lnTo>
                    <a:pt x="1" y="201"/>
                  </a:lnTo>
                  <a:lnTo>
                    <a:pt x="234" y="2736"/>
                  </a:lnTo>
                  <a:lnTo>
                    <a:pt x="2803" y="2502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2"/>
            <p:cNvSpPr/>
            <p:nvPr/>
          </p:nvSpPr>
          <p:spPr>
            <a:xfrm>
              <a:off x="7720975" y="4552000"/>
              <a:ext cx="69225" cy="68400"/>
            </a:xfrm>
            <a:custGeom>
              <a:avLst/>
              <a:gdLst/>
              <a:ahLst/>
              <a:cxnLst/>
              <a:rect l="l" t="t" r="r" b="b"/>
              <a:pathLst>
                <a:path w="2769" h="2736" extrusionOk="0">
                  <a:moveTo>
                    <a:pt x="2569" y="1"/>
                  </a:moveTo>
                  <a:lnTo>
                    <a:pt x="0" y="201"/>
                  </a:lnTo>
                  <a:lnTo>
                    <a:pt x="234" y="2736"/>
                  </a:lnTo>
                  <a:lnTo>
                    <a:pt x="2769" y="2503"/>
                  </a:lnTo>
                  <a:lnTo>
                    <a:pt x="2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2"/>
            <p:cNvSpPr/>
            <p:nvPr/>
          </p:nvSpPr>
          <p:spPr>
            <a:xfrm>
              <a:off x="7651750" y="4494475"/>
              <a:ext cx="69250" cy="69225"/>
            </a:xfrm>
            <a:custGeom>
              <a:avLst/>
              <a:gdLst/>
              <a:ahLst/>
              <a:cxnLst/>
              <a:rect l="l" t="t" r="r" b="b"/>
              <a:pathLst>
                <a:path w="2770" h="2769" extrusionOk="0">
                  <a:moveTo>
                    <a:pt x="2536" y="0"/>
                  </a:moveTo>
                  <a:lnTo>
                    <a:pt x="1" y="200"/>
                  </a:lnTo>
                  <a:lnTo>
                    <a:pt x="234" y="2769"/>
                  </a:lnTo>
                  <a:lnTo>
                    <a:pt x="2769" y="2502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2"/>
            <p:cNvSpPr/>
            <p:nvPr/>
          </p:nvSpPr>
          <p:spPr>
            <a:xfrm>
              <a:off x="7587550" y="4499475"/>
              <a:ext cx="70075" cy="70075"/>
            </a:xfrm>
            <a:custGeom>
              <a:avLst/>
              <a:gdLst/>
              <a:ahLst/>
              <a:cxnLst/>
              <a:rect l="l" t="t" r="r" b="b"/>
              <a:pathLst>
                <a:path w="2803" h="2803" extrusionOk="0">
                  <a:moveTo>
                    <a:pt x="2569" y="0"/>
                  </a:moveTo>
                  <a:lnTo>
                    <a:pt x="0" y="267"/>
                  </a:lnTo>
                  <a:lnTo>
                    <a:pt x="267" y="2802"/>
                  </a:lnTo>
                  <a:lnTo>
                    <a:pt x="2802" y="2569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7524150" y="4506150"/>
              <a:ext cx="70075" cy="68400"/>
            </a:xfrm>
            <a:custGeom>
              <a:avLst/>
              <a:gdLst/>
              <a:ahLst/>
              <a:cxnLst/>
              <a:rect l="l" t="t" r="r" b="b"/>
              <a:pathLst>
                <a:path w="2803" h="2736" extrusionOk="0">
                  <a:moveTo>
                    <a:pt x="2536" y="0"/>
                  </a:moveTo>
                  <a:lnTo>
                    <a:pt x="1" y="200"/>
                  </a:lnTo>
                  <a:lnTo>
                    <a:pt x="268" y="2735"/>
                  </a:lnTo>
                  <a:lnTo>
                    <a:pt x="2803" y="2535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7761000" y="4155050"/>
              <a:ext cx="324425" cy="321925"/>
            </a:xfrm>
            <a:custGeom>
              <a:avLst/>
              <a:gdLst/>
              <a:ahLst/>
              <a:cxnLst/>
              <a:rect l="l" t="t" r="r" b="b"/>
              <a:pathLst>
                <a:path w="12977" h="12877" fill="none" extrusionOk="0">
                  <a:moveTo>
                    <a:pt x="10408" y="7339"/>
                  </a:moveTo>
                  <a:lnTo>
                    <a:pt x="12976" y="7072"/>
                  </a:lnTo>
                  <a:lnTo>
                    <a:pt x="12709" y="4571"/>
                  </a:lnTo>
                  <a:lnTo>
                    <a:pt x="10174" y="4771"/>
                  </a:lnTo>
                  <a:lnTo>
                    <a:pt x="9974" y="2269"/>
                  </a:lnTo>
                  <a:lnTo>
                    <a:pt x="7406" y="2502"/>
                  </a:lnTo>
                  <a:lnTo>
                    <a:pt x="7172" y="1"/>
                  </a:lnTo>
                  <a:lnTo>
                    <a:pt x="4637" y="201"/>
                  </a:lnTo>
                  <a:lnTo>
                    <a:pt x="4870" y="2736"/>
                  </a:lnTo>
                  <a:lnTo>
                    <a:pt x="2335" y="3003"/>
                  </a:lnTo>
                  <a:lnTo>
                    <a:pt x="2535" y="5505"/>
                  </a:lnTo>
                  <a:lnTo>
                    <a:pt x="0" y="5738"/>
                  </a:lnTo>
                  <a:lnTo>
                    <a:pt x="234" y="8273"/>
                  </a:lnTo>
                  <a:lnTo>
                    <a:pt x="2802" y="8040"/>
                  </a:lnTo>
                  <a:lnTo>
                    <a:pt x="3036" y="10575"/>
                  </a:lnTo>
                  <a:lnTo>
                    <a:pt x="5571" y="10308"/>
                  </a:lnTo>
                  <a:lnTo>
                    <a:pt x="5804" y="12877"/>
                  </a:lnTo>
                  <a:lnTo>
                    <a:pt x="8340" y="12610"/>
                  </a:lnTo>
                  <a:lnTo>
                    <a:pt x="8139" y="10075"/>
                  </a:lnTo>
                  <a:lnTo>
                    <a:pt x="10675" y="9874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6933750" y="4230950"/>
              <a:ext cx="323575" cy="321925"/>
            </a:xfrm>
            <a:custGeom>
              <a:avLst/>
              <a:gdLst/>
              <a:ahLst/>
              <a:cxnLst/>
              <a:rect l="l" t="t" r="r" b="b"/>
              <a:pathLst>
                <a:path w="12943" h="12877" fill="none" extrusionOk="0">
                  <a:moveTo>
                    <a:pt x="12943" y="7139"/>
                  </a:moveTo>
                  <a:lnTo>
                    <a:pt x="12742" y="4570"/>
                  </a:lnTo>
                  <a:lnTo>
                    <a:pt x="10207" y="4770"/>
                  </a:lnTo>
                  <a:lnTo>
                    <a:pt x="7639" y="5037"/>
                  </a:lnTo>
                  <a:lnTo>
                    <a:pt x="7405" y="2502"/>
                  </a:lnTo>
                  <a:lnTo>
                    <a:pt x="7138" y="0"/>
                  </a:lnTo>
                  <a:lnTo>
                    <a:pt x="4603" y="200"/>
                  </a:lnTo>
                  <a:lnTo>
                    <a:pt x="4870" y="2735"/>
                  </a:lnTo>
                  <a:lnTo>
                    <a:pt x="5104" y="5304"/>
                  </a:lnTo>
                  <a:lnTo>
                    <a:pt x="2569" y="5504"/>
                  </a:lnTo>
                  <a:lnTo>
                    <a:pt x="0" y="5738"/>
                  </a:lnTo>
                  <a:lnTo>
                    <a:pt x="234" y="8306"/>
                  </a:lnTo>
                  <a:lnTo>
                    <a:pt x="2769" y="8039"/>
                  </a:lnTo>
                  <a:lnTo>
                    <a:pt x="5304" y="7806"/>
                  </a:lnTo>
                  <a:lnTo>
                    <a:pt x="5571" y="10341"/>
                  </a:lnTo>
                  <a:lnTo>
                    <a:pt x="5804" y="12876"/>
                  </a:lnTo>
                  <a:lnTo>
                    <a:pt x="8373" y="12643"/>
                  </a:lnTo>
                  <a:lnTo>
                    <a:pt x="8106" y="10074"/>
                  </a:lnTo>
                  <a:lnTo>
                    <a:pt x="7872" y="7572"/>
                  </a:lnTo>
                  <a:lnTo>
                    <a:pt x="10407" y="7339"/>
                  </a:lnTo>
                  <a:close/>
                </a:path>
              </a:pathLst>
            </a:custGeom>
            <a:noFill/>
            <a:ln w="10850" cap="flat" cmpd="sng">
              <a:solidFill>
                <a:schemeClr val="dk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6B17DE4-9A49-72E7-4817-26E2817055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99" y="3100971"/>
            <a:ext cx="3909695" cy="172917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CADC52B-7CDE-6454-3B79-7D0D1ED4E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7953" y="1407421"/>
            <a:ext cx="919892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2FA Admin Login via simulated OTP/Email.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Dual-Platform Dashboard (Web &amp; Mobile).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One-Click Automated Subject Loading.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Cloud Syncing.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F9D5A-DF9E-EAC7-5C7D-08A223FA9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223" y="3798511"/>
            <a:ext cx="3900277" cy="10176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57331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9"/>
          <p:cNvSpPr txBox="1">
            <a:spLocks noGrp="1"/>
          </p:cNvSpPr>
          <p:nvPr>
            <p:ph type="title"/>
          </p:nvPr>
        </p:nvSpPr>
        <p:spPr>
          <a:xfrm>
            <a:off x="1275938" y="631794"/>
            <a:ext cx="6592124" cy="7624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Scope and Limitations</a:t>
            </a:r>
            <a:endParaRPr dirty="0"/>
          </a:p>
        </p:txBody>
      </p:sp>
      <p:grpSp>
        <p:nvGrpSpPr>
          <p:cNvPr id="746" name="Google Shape;746;p39"/>
          <p:cNvGrpSpPr/>
          <p:nvPr/>
        </p:nvGrpSpPr>
        <p:grpSpPr>
          <a:xfrm>
            <a:off x="7705847" y="4010466"/>
            <a:ext cx="723042" cy="598023"/>
            <a:chOff x="1654675" y="4256126"/>
            <a:chExt cx="851841" cy="704551"/>
          </a:xfrm>
        </p:grpSpPr>
        <p:grpSp>
          <p:nvGrpSpPr>
            <p:cNvPr id="747" name="Google Shape;747;p39"/>
            <p:cNvGrpSpPr/>
            <p:nvPr/>
          </p:nvGrpSpPr>
          <p:grpSpPr>
            <a:xfrm>
              <a:off x="1654675" y="4256126"/>
              <a:ext cx="445587" cy="704551"/>
              <a:chOff x="1654675" y="4256126"/>
              <a:chExt cx="445587" cy="704551"/>
            </a:xfrm>
          </p:grpSpPr>
          <p:sp>
            <p:nvSpPr>
              <p:cNvPr id="748" name="Google Shape;748;p39"/>
              <p:cNvSpPr/>
              <p:nvPr/>
            </p:nvSpPr>
            <p:spPr>
              <a:xfrm>
                <a:off x="1655926" y="4257377"/>
                <a:ext cx="440657" cy="703300"/>
              </a:xfrm>
              <a:custGeom>
                <a:avLst/>
                <a:gdLst/>
                <a:ahLst/>
                <a:cxnLst/>
                <a:rect l="l" t="t" r="r" b="b"/>
                <a:pathLst>
                  <a:path w="11976" h="19114" extrusionOk="0">
                    <a:moveTo>
                      <a:pt x="0" y="0"/>
                    </a:moveTo>
                    <a:lnTo>
                      <a:pt x="0" y="17112"/>
                    </a:lnTo>
                    <a:lnTo>
                      <a:pt x="2002" y="17112"/>
                    </a:lnTo>
                    <a:lnTo>
                      <a:pt x="2002" y="16112"/>
                    </a:lnTo>
                    <a:lnTo>
                      <a:pt x="3002" y="16112"/>
                    </a:lnTo>
                    <a:lnTo>
                      <a:pt x="3002" y="15111"/>
                    </a:lnTo>
                    <a:lnTo>
                      <a:pt x="4003" y="15111"/>
                    </a:lnTo>
                    <a:lnTo>
                      <a:pt x="4003" y="14110"/>
                    </a:lnTo>
                    <a:lnTo>
                      <a:pt x="4971" y="14110"/>
                    </a:lnTo>
                    <a:lnTo>
                      <a:pt x="4971" y="16112"/>
                    </a:lnTo>
                    <a:lnTo>
                      <a:pt x="5971" y="16112"/>
                    </a:lnTo>
                    <a:lnTo>
                      <a:pt x="5971" y="18113"/>
                    </a:lnTo>
                    <a:lnTo>
                      <a:pt x="6972" y="18113"/>
                    </a:lnTo>
                    <a:lnTo>
                      <a:pt x="6972" y="19114"/>
                    </a:lnTo>
                    <a:lnTo>
                      <a:pt x="8973" y="19114"/>
                    </a:lnTo>
                    <a:lnTo>
                      <a:pt x="8973" y="18113"/>
                    </a:lnTo>
                    <a:lnTo>
                      <a:pt x="9974" y="18113"/>
                    </a:lnTo>
                    <a:lnTo>
                      <a:pt x="9974" y="16112"/>
                    </a:lnTo>
                    <a:lnTo>
                      <a:pt x="8973" y="16112"/>
                    </a:lnTo>
                    <a:lnTo>
                      <a:pt x="8973" y="14110"/>
                    </a:lnTo>
                    <a:lnTo>
                      <a:pt x="7973" y="14110"/>
                    </a:lnTo>
                    <a:lnTo>
                      <a:pt x="7973" y="13110"/>
                    </a:lnTo>
                    <a:lnTo>
                      <a:pt x="11976" y="13110"/>
                    </a:lnTo>
                    <a:lnTo>
                      <a:pt x="11976" y="12009"/>
                    </a:lnTo>
                    <a:lnTo>
                      <a:pt x="11976" y="11008"/>
                    </a:lnTo>
                    <a:lnTo>
                      <a:pt x="11042" y="11008"/>
                    </a:lnTo>
                    <a:lnTo>
                      <a:pt x="11042" y="10007"/>
                    </a:lnTo>
                    <a:lnTo>
                      <a:pt x="10041" y="10007"/>
                    </a:lnTo>
                    <a:lnTo>
                      <a:pt x="10041" y="9007"/>
                    </a:lnTo>
                    <a:lnTo>
                      <a:pt x="9040" y="9007"/>
                    </a:lnTo>
                    <a:lnTo>
                      <a:pt x="9040" y="8006"/>
                    </a:lnTo>
                    <a:lnTo>
                      <a:pt x="8039" y="8006"/>
                    </a:lnTo>
                    <a:lnTo>
                      <a:pt x="8039" y="7005"/>
                    </a:lnTo>
                    <a:lnTo>
                      <a:pt x="7039" y="7005"/>
                    </a:lnTo>
                    <a:lnTo>
                      <a:pt x="7039" y="6005"/>
                    </a:lnTo>
                    <a:lnTo>
                      <a:pt x="6038" y="6005"/>
                    </a:lnTo>
                    <a:lnTo>
                      <a:pt x="6038" y="5004"/>
                    </a:lnTo>
                    <a:lnTo>
                      <a:pt x="5037" y="5004"/>
                    </a:lnTo>
                    <a:lnTo>
                      <a:pt x="5037" y="4003"/>
                    </a:lnTo>
                    <a:lnTo>
                      <a:pt x="4037" y="4003"/>
                    </a:lnTo>
                    <a:lnTo>
                      <a:pt x="4037" y="3002"/>
                    </a:lnTo>
                    <a:lnTo>
                      <a:pt x="3036" y="3002"/>
                    </a:lnTo>
                    <a:lnTo>
                      <a:pt x="3036" y="2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9"/>
              <p:cNvSpPr/>
              <p:nvPr/>
            </p:nvSpPr>
            <p:spPr>
              <a:xfrm>
                <a:off x="1654675" y="4256126"/>
                <a:ext cx="36869" cy="62845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7080" extrusionOk="0">
                    <a:moveTo>
                      <a:pt x="1" y="1"/>
                    </a:moveTo>
                    <a:lnTo>
                      <a:pt x="1" y="17080"/>
                    </a:lnTo>
                    <a:lnTo>
                      <a:pt x="1002" y="17080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9"/>
              <p:cNvSpPr/>
              <p:nvPr/>
            </p:nvSpPr>
            <p:spPr>
              <a:xfrm>
                <a:off x="1692758" y="429295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9"/>
              <p:cNvSpPr/>
              <p:nvPr/>
            </p:nvSpPr>
            <p:spPr>
              <a:xfrm>
                <a:off x="1729553" y="432979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9"/>
              <p:cNvSpPr/>
              <p:nvPr/>
            </p:nvSpPr>
            <p:spPr>
              <a:xfrm>
                <a:off x="1765170" y="436662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9"/>
              <p:cNvSpPr/>
              <p:nvPr/>
            </p:nvSpPr>
            <p:spPr>
              <a:xfrm>
                <a:off x="1803216" y="4403416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9"/>
              <p:cNvSpPr/>
              <p:nvPr/>
            </p:nvSpPr>
            <p:spPr>
              <a:xfrm>
                <a:off x="1841262" y="4440248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9"/>
              <p:cNvSpPr/>
              <p:nvPr/>
            </p:nvSpPr>
            <p:spPr>
              <a:xfrm>
                <a:off x="1878057" y="4477080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9"/>
              <p:cNvSpPr/>
              <p:nvPr/>
            </p:nvSpPr>
            <p:spPr>
              <a:xfrm>
                <a:off x="1914889" y="451512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9"/>
              <p:cNvSpPr/>
              <p:nvPr/>
            </p:nvSpPr>
            <p:spPr>
              <a:xfrm>
                <a:off x="1951721" y="4551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9"/>
              <p:cNvSpPr/>
              <p:nvPr/>
            </p:nvSpPr>
            <p:spPr>
              <a:xfrm>
                <a:off x="1988553" y="458875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9"/>
              <p:cNvSpPr/>
              <p:nvPr/>
            </p:nvSpPr>
            <p:spPr>
              <a:xfrm>
                <a:off x="2025348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9"/>
              <p:cNvSpPr/>
              <p:nvPr/>
            </p:nvSpPr>
            <p:spPr>
              <a:xfrm>
                <a:off x="2062179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9"/>
              <p:cNvSpPr/>
              <p:nvPr/>
            </p:nvSpPr>
            <p:spPr>
              <a:xfrm>
                <a:off x="1914889" y="4699210"/>
                <a:ext cx="185373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5038" h="1002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5038" y="1002"/>
                    </a:lnTo>
                    <a:lnTo>
                      <a:pt x="50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9"/>
              <p:cNvSpPr/>
              <p:nvPr/>
            </p:nvSpPr>
            <p:spPr>
              <a:xfrm>
                <a:off x="1914889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9"/>
              <p:cNvSpPr/>
              <p:nvPr/>
            </p:nvSpPr>
            <p:spPr>
              <a:xfrm>
                <a:off x="1803216" y="4736042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9"/>
              <p:cNvSpPr/>
              <p:nvPr/>
            </p:nvSpPr>
            <p:spPr>
              <a:xfrm>
                <a:off x="1841262" y="4772874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9"/>
              <p:cNvSpPr/>
              <p:nvPr/>
            </p:nvSpPr>
            <p:spPr>
              <a:xfrm>
                <a:off x="1878057" y="4847751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1" y="0"/>
                    </a:moveTo>
                    <a:lnTo>
                      <a:pt x="1" y="2001"/>
                    </a:lnTo>
                    <a:lnTo>
                      <a:pt x="1002" y="2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9"/>
              <p:cNvSpPr/>
              <p:nvPr/>
            </p:nvSpPr>
            <p:spPr>
              <a:xfrm>
                <a:off x="1914889" y="4921378"/>
                <a:ext cx="73700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2002" y="1001"/>
                    </a:lnTo>
                    <a:lnTo>
                      <a:pt x="2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9"/>
              <p:cNvSpPr/>
              <p:nvPr/>
            </p:nvSpPr>
            <p:spPr>
              <a:xfrm>
                <a:off x="1951721" y="4772874"/>
                <a:ext cx="36869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2" extrusionOk="0">
                    <a:moveTo>
                      <a:pt x="0" y="0"/>
                    </a:move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9"/>
              <p:cNvSpPr/>
              <p:nvPr/>
            </p:nvSpPr>
            <p:spPr>
              <a:xfrm>
                <a:off x="1988553" y="4847751"/>
                <a:ext cx="36832" cy="73664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002" extrusionOk="0">
                    <a:moveTo>
                      <a:pt x="0" y="0"/>
                    </a:moveTo>
                    <a:lnTo>
                      <a:pt x="0" y="2001"/>
                    </a:lnTo>
                    <a:lnTo>
                      <a:pt x="1001" y="2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9"/>
              <p:cNvSpPr/>
              <p:nvPr/>
            </p:nvSpPr>
            <p:spPr>
              <a:xfrm>
                <a:off x="1765170" y="4772874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9"/>
              <p:cNvSpPr/>
              <p:nvPr/>
            </p:nvSpPr>
            <p:spPr>
              <a:xfrm>
                <a:off x="1729553" y="4810920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9"/>
              <p:cNvSpPr/>
              <p:nvPr/>
            </p:nvSpPr>
            <p:spPr>
              <a:xfrm>
                <a:off x="1692758" y="4847751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2" name="Google Shape;772;p39"/>
            <p:cNvGrpSpPr/>
            <p:nvPr/>
          </p:nvGrpSpPr>
          <p:grpSpPr>
            <a:xfrm>
              <a:off x="2099011" y="4329790"/>
              <a:ext cx="407505" cy="517999"/>
              <a:chOff x="2099011" y="4329790"/>
              <a:chExt cx="407505" cy="517999"/>
            </a:xfrm>
          </p:grpSpPr>
          <p:sp>
            <p:nvSpPr>
              <p:cNvPr id="773" name="Google Shape;773;p39"/>
              <p:cNvSpPr/>
              <p:nvPr/>
            </p:nvSpPr>
            <p:spPr>
              <a:xfrm>
                <a:off x="2100225" y="4331004"/>
                <a:ext cx="405076" cy="515535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1401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1001" y="4004"/>
                    </a:lnTo>
                    <a:lnTo>
                      <a:pt x="2002" y="4004"/>
                    </a:lnTo>
                    <a:lnTo>
                      <a:pt x="2002" y="5004"/>
                    </a:lnTo>
                    <a:lnTo>
                      <a:pt x="3003" y="5004"/>
                    </a:lnTo>
                    <a:lnTo>
                      <a:pt x="3003" y="6005"/>
                    </a:lnTo>
                    <a:lnTo>
                      <a:pt x="4003" y="6005"/>
                    </a:lnTo>
                    <a:lnTo>
                      <a:pt x="4003" y="7006"/>
                    </a:lnTo>
                    <a:lnTo>
                      <a:pt x="4003" y="8006"/>
                    </a:lnTo>
                    <a:lnTo>
                      <a:pt x="3003" y="8006"/>
                    </a:lnTo>
                    <a:lnTo>
                      <a:pt x="3003" y="9007"/>
                    </a:lnTo>
                    <a:lnTo>
                      <a:pt x="2002" y="9007"/>
                    </a:lnTo>
                    <a:lnTo>
                      <a:pt x="2002" y="10008"/>
                    </a:lnTo>
                    <a:lnTo>
                      <a:pt x="1001" y="10008"/>
                    </a:lnTo>
                    <a:lnTo>
                      <a:pt x="1001" y="11009"/>
                    </a:lnTo>
                    <a:lnTo>
                      <a:pt x="1001" y="12009"/>
                    </a:lnTo>
                    <a:lnTo>
                      <a:pt x="1001" y="13010"/>
                    </a:lnTo>
                    <a:lnTo>
                      <a:pt x="1" y="13010"/>
                    </a:lnTo>
                    <a:lnTo>
                      <a:pt x="1" y="14011"/>
                    </a:lnTo>
                    <a:lnTo>
                      <a:pt x="11008" y="14011"/>
                    </a:lnTo>
                    <a:lnTo>
                      <a:pt x="11008" y="13010"/>
                    </a:lnTo>
                    <a:lnTo>
                      <a:pt x="10008" y="13010"/>
                    </a:lnTo>
                    <a:lnTo>
                      <a:pt x="10008" y="12009"/>
                    </a:lnTo>
                    <a:lnTo>
                      <a:pt x="10008" y="11009"/>
                    </a:lnTo>
                    <a:lnTo>
                      <a:pt x="10008" y="10008"/>
                    </a:lnTo>
                    <a:lnTo>
                      <a:pt x="9007" y="10008"/>
                    </a:lnTo>
                    <a:lnTo>
                      <a:pt x="9007" y="9007"/>
                    </a:lnTo>
                    <a:lnTo>
                      <a:pt x="8006" y="9007"/>
                    </a:lnTo>
                    <a:lnTo>
                      <a:pt x="8006" y="8006"/>
                    </a:lnTo>
                    <a:lnTo>
                      <a:pt x="7006" y="8006"/>
                    </a:lnTo>
                    <a:lnTo>
                      <a:pt x="7006" y="7006"/>
                    </a:lnTo>
                    <a:lnTo>
                      <a:pt x="7006" y="6005"/>
                    </a:lnTo>
                    <a:lnTo>
                      <a:pt x="8006" y="6005"/>
                    </a:lnTo>
                    <a:lnTo>
                      <a:pt x="8006" y="5004"/>
                    </a:lnTo>
                    <a:lnTo>
                      <a:pt x="9007" y="5004"/>
                    </a:lnTo>
                    <a:lnTo>
                      <a:pt x="9007" y="4004"/>
                    </a:lnTo>
                    <a:lnTo>
                      <a:pt x="10008" y="4004"/>
                    </a:lnTo>
                    <a:lnTo>
                      <a:pt x="10008" y="3003"/>
                    </a:lnTo>
                    <a:lnTo>
                      <a:pt x="10008" y="2002"/>
                    </a:lnTo>
                    <a:lnTo>
                      <a:pt x="10008" y="1001"/>
                    </a:lnTo>
                    <a:lnTo>
                      <a:pt x="11008" y="1001"/>
                    </a:lnTo>
                    <a:lnTo>
                      <a:pt x="110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9"/>
              <p:cNvSpPr/>
              <p:nvPr/>
            </p:nvSpPr>
            <p:spPr>
              <a:xfrm>
                <a:off x="2173889" y="4477080"/>
                <a:ext cx="73664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2035" extrusionOk="0">
                    <a:moveTo>
                      <a:pt x="0" y="0"/>
                    </a:moveTo>
                    <a:lnTo>
                      <a:pt x="0" y="1034"/>
                    </a:lnTo>
                    <a:lnTo>
                      <a:pt x="1001" y="1034"/>
                    </a:lnTo>
                    <a:lnTo>
                      <a:pt x="1001" y="0"/>
                    </a:lnTo>
                    <a:close/>
                    <a:moveTo>
                      <a:pt x="1001" y="1034"/>
                    </a:moveTo>
                    <a:lnTo>
                      <a:pt x="1001" y="2035"/>
                    </a:lnTo>
                    <a:lnTo>
                      <a:pt x="2001" y="2035"/>
                    </a:lnTo>
                    <a:lnTo>
                      <a:pt x="2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9"/>
              <p:cNvSpPr/>
              <p:nvPr/>
            </p:nvSpPr>
            <p:spPr>
              <a:xfrm>
                <a:off x="2284348" y="4477080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9"/>
              <p:cNvSpPr/>
              <p:nvPr/>
            </p:nvSpPr>
            <p:spPr>
              <a:xfrm>
                <a:off x="2247516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9"/>
              <p:cNvSpPr/>
              <p:nvPr/>
            </p:nvSpPr>
            <p:spPr>
              <a:xfrm>
                <a:off x="2321143" y="4440248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9"/>
              <p:cNvSpPr/>
              <p:nvPr/>
            </p:nvSpPr>
            <p:spPr>
              <a:xfrm>
                <a:off x="2247516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9"/>
              <p:cNvSpPr/>
              <p:nvPr/>
            </p:nvSpPr>
            <p:spPr>
              <a:xfrm>
                <a:off x="221068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9"/>
              <p:cNvSpPr/>
              <p:nvPr/>
            </p:nvSpPr>
            <p:spPr>
              <a:xfrm>
                <a:off x="2173889" y="4662415"/>
                <a:ext cx="36832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9"/>
              <p:cNvSpPr/>
              <p:nvPr/>
            </p:nvSpPr>
            <p:spPr>
              <a:xfrm>
                <a:off x="2321143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02" y="1001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9"/>
              <p:cNvSpPr/>
              <p:nvPr/>
            </p:nvSpPr>
            <p:spPr>
              <a:xfrm>
                <a:off x="2247516" y="4736042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0" y="1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9"/>
              <p:cNvSpPr/>
              <p:nvPr/>
            </p:nvSpPr>
            <p:spPr>
              <a:xfrm>
                <a:off x="2284348" y="4699210"/>
                <a:ext cx="36832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2" extrusionOk="0">
                    <a:moveTo>
                      <a:pt x="0" y="1"/>
                    </a:moveTo>
                    <a:lnTo>
                      <a:pt x="0" y="1002"/>
                    </a:lnTo>
                    <a:lnTo>
                      <a:pt x="1001" y="1002"/>
                    </a:lnTo>
                    <a:lnTo>
                      <a:pt x="10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9"/>
              <p:cNvSpPr/>
              <p:nvPr/>
            </p:nvSpPr>
            <p:spPr>
              <a:xfrm>
                <a:off x="2099011" y="4329790"/>
                <a:ext cx="407505" cy="147327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04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2002"/>
                    </a:lnTo>
                    <a:lnTo>
                      <a:pt x="1001" y="3002"/>
                    </a:lnTo>
                    <a:lnTo>
                      <a:pt x="1001" y="4003"/>
                    </a:lnTo>
                    <a:lnTo>
                      <a:pt x="2035" y="4003"/>
                    </a:lnTo>
                    <a:lnTo>
                      <a:pt x="2035" y="3002"/>
                    </a:lnTo>
                    <a:lnTo>
                      <a:pt x="2035" y="2002"/>
                    </a:lnTo>
                    <a:lnTo>
                      <a:pt x="2035" y="1001"/>
                    </a:lnTo>
                    <a:lnTo>
                      <a:pt x="9040" y="1001"/>
                    </a:lnTo>
                    <a:lnTo>
                      <a:pt x="9040" y="2002"/>
                    </a:lnTo>
                    <a:lnTo>
                      <a:pt x="9040" y="3002"/>
                    </a:lnTo>
                    <a:lnTo>
                      <a:pt x="9040" y="4003"/>
                    </a:lnTo>
                    <a:lnTo>
                      <a:pt x="10074" y="4003"/>
                    </a:lnTo>
                    <a:lnTo>
                      <a:pt x="10074" y="3002"/>
                    </a:lnTo>
                    <a:lnTo>
                      <a:pt x="10074" y="2002"/>
                    </a:lnTo>
                    <a:lnTo>
                      <a:pt x="10074" y="1001"/>
                    </a:lnTo>
                    <a:lnTo>
                      <a:pt x="11075" y="1001"/>
                    </a:lnTo>
                    <a:lnTo>
                      <a:pt x="110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9"/>
              <p:cNvSpPr/>
              <p:nvPr/>
            </p:nvSpPr>
            <p:spPr>
              <a:xfrm>
                <a:off x="2357974" y="4477080"/>
                <a:ext cx="73700" cy="74878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2035" extrusionOk="0">
                    <a:moveTo>
                      <a:pt x="1001" y="0"/>
                    </a:moveTo>
                    <a:lnTo>
                      <a:pt x="1001" y="1034"/>
                    </a:lnTo>
                    <a:lnTo>
                      <a:pt x="2002" y="1034"/>
                    </a:lnTo>
                    <a:lnTo>
                      <a:pt x="2002" y="0"/>
                    </a:lnTo>
                    <a:close/>
                    <a:moveTo>
                      <a:pt x="1" y="1034"/>
                    </a:moveTo>
                    <a:lnTo>
                      <a:pt x="1" y="2035"/>
                    </a:lnTo>
                    <a:lnTo>
                      <a:pt x="1001" y="2035"/>
                    </a:lnTo>
                    <a:lnTo>
                      <a:pt x="1001" y="10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9"/>
              <p:cNvSpPr/>
              <p:nvPr/>
            </p:nvSpPr>
            <p:spPr>
              <a:xfrm>
                <a:off x="2321143" y="4551920"/>
                <a:ext cx="36869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2003" extrusionOk="0">
                    <a:moveTo>
                      <a:pt x="1" y="1"/>
                    </a:moveTo>
                    <a:lnTo>
                      <a:pt x="1" y="1002"/>
                    </a:lnTo>
                    <a:lnTo>
                      <a:pt x="1" y="2002"/>
                    </a:lnTo>
                    <a:lnTo>
                      <a:pt x="1002" y="2002"/>
                    </a:lnTo>
                    <a:lnTo>
                      <a:pt x="1002" y="1002"/>
                    </a:lnTo>
                    <a:lnTo>
                      <a:pt x="10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9"/>
              <p:cNvSpPr/>
              <p:nvPr/>
            </p:nvSpPr>
            <p:spPr>
              <a:xfrm>
                <a:off x="2357974" y="4625584"/>
                <a:ext cx="36869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2" extrusionOk="0">
                    <a:moveTo>
                      <a:pt x="1" y="0"/>
                    </a:moveTo>
                    <a:lnTo>
                      <a:pt x="1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9"/>
              <p:cNvSpPr/>
              <p:nvPr/>
            </p:nvSpPr>
            <p:spPr>
              <a:xfrm>
                <a:off x="2394806" y="4662415"/>
                <a:ext cx="36869" cy="3683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01" extrusionOk="0">
                    <a:moveTo>
                      <a:pt x="0" y="0"/>
                    </a:moveTo>
                    <a:lnTo>
                      <a:pt x="0" y="1001"/>
                    </a:lnTo>
                    <a:lnTo>
                      <a:pt x="1001" y="1001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9"/>
              <p:cNvSpPr/>
              <p:nvPr/>
            </p:nvSpPr>
            <p:spPr>
              <a:xfrm>
                <a:off x="2099011" y="4699210"/>
                <a:ext cx="407505" cy="148578"/>
              </a:xfrm>
              <a:custGeom>
                <a:avLst/>
                <a:gdLst/>
                <a:ahLst/>
                <a:cxnLst/>
                <a:rect l="l" t="t" r="r" b="b"/>
                <a:pathLst>
                  <a:path w="11075" h="4038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1001" y="2002"/>
                    </a:lnTo>
                    <a:lnTo>
                      <a:pt x="1001" y="3036"/>
                    </a:lnTo>
                    <a:lnTo>
                      <a:pt x="0" y="3036"/>
                    </a:lnTo>
                    <a:lnTo>
                      <a:pt x="0" y="4037"/>
                    </a:lnTo>
                    <a:lnTo>
                      <a:pt x="11075" y="4037"/>
                    </a:lnTo>
                    <a:lnTo>
                      <a:pt x="11075" y="3036"/>
                    </a:lnTo>
                    <a:lnTo>
                      <a:pt x="10074" y="3036"/>
                    </a:lnTo>
                    <a:lnTo>
                      <a:pt x="10074" y="2002"/>
                    </a:lnTo>
                    <a:lnTo>
                      <a:pt x="10074" y="1002"/>
                    </a:lnTo>
                    <a:lnTo>
                      <a:pt x="10074" y="1"/>
                    </a:lnTo>
                    <a:lnTo>
                      <a:pt x="9040" y="1"/>
                    </a:lnTo>
                    <a:lnTo>
                      <a:pt x="9040" y="1002"/>
                    </a:lnTo>
                    <a:lnTo>
                      <a:pt x="9040" y="2002"/>
                    </a:lnTo>
                    <a:lnTo>
                      <a:pt x="9040" y="3036"/>
                    </a:lnTo>
                    <a:lnTo>
                      <a:pt x="8039" y="3036"/>
                    </a:lnTo>
                    <a:lnTo>
                      <a:pt x="8039" y="2002"/>
                    </a:lnTo>
                    <a:lnTo>
                      <a:pt x="7039" y="2002"/>
                    </a:lnTo>
                    <a:lnTo>
                      <a:pt x="7039" y="3036"/>
                    </a:lnTo>
                    <a:lnTo>
                      <a:pt x="6038" y="3036"/>
                    </a:lnTo>
                    <a:lnTo>
                      <a:pt x="6038" y="2002"/>
                    </a:lnTo>
                    <a:lnTo>
                      <a:pt x="5037" y="2002"/>
                    </a:lnTo>
                    <a:lnTo>
                      <a:pt x="5037" y="3036"/>
                    </a:lnTo>
                    <a:lnTo>
                      <a:pt x="4036" y="3036"/>
                    </a:lnTo>
                    <a:lnTo>
                      <a:pt x="4036" y="2002"/>
                    </a:lnTo>
                    <a:lnTo>
                      <a:pt x="3036" y="2002"/>
                    </a:lnTo>
                    <a:lnTo>
                      <a:pt x="3036" y="3036"/>
                    </a:lnTo>
                    <a:lnTo>
                      <a:pt x="2035" y="3036"/>
                    </a:lnTo>
                    <a:lnTo>
                      <a:pt x="2035" y="2002"/>
                    </a:lnTo>
                    <a:lnTo>
                      <a:pt x="2035" y="1002"/>
                    </a:lnTo>
                    <a:lnTo>
                      <a:pt x="20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62DB16E-EFCC-8F3E-E135-8645FD184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" y="2083939"/>
            <a:ext cx="90220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Users: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Administrative staff only (No Student Portal).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 Payment Verification (No live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GCash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integration).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Static Schedule Templates for subjects.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Permanent deletion (No data recovery).</a:t>
            </a:r>
          </a:p>
        </p:txBody>
      </p:sp>
    </p:spTree>
    <p:extLst>
      <p:ext uri="{BB962C8B-B14F-4D97-AF65-F5344CB8AC3E}">
        <p14:creationId xmlns:p14="http://schemas.microsoft.com/office/powerpoint/2010/main" val="3904783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6"/>
          <p:cNvSpPr txBox="1">
            <a:spLocks noGrp="1"/>
          </p:cNvSpPr>
          <p:nvPr>
            <p:ph type="ctrTitle"/>
          </p:nvPr>
        </p:nvSpPr>
        <p:spPr>
          <a:xfrm>
            <a:off x="879570" y="1452758"/>
            <a:ext cx="7384860" cy="15258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Thank You!</a:t>
            </a:r>
          </a:p>
        </p:txBody>
      </p:sp>
      <p:sp>
        <p:nvSpPr>
          <p:cNvPr id="666" name="Google Shape;666;p36"/>
          <p:cNvSpPr txBox="1">
            <a:spLocks noGrp="1"/>
          </p:cNvSpPr>
          <p:nvPr>
            <p:ph type="subTitle" idx="1"/>
          </p:nvPr>
        </p:nvSpPr>
        <p:spPr>
          <a:xfrm>
            <a:off x="778433" y="2512918"/>
            <a:ext cx="7587134" cy="9313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Researchers:</a:t>
            </a:r>
            <a:r>
              <a:rPr lang="en-US" dirty="0"/>
              <a:t> </a:t>
            </a:r>
          </a:p>
          <a:p>
            <a:pPr marL="0" indent="0" algn="ctr"/>
            <a:endParaRPr lang="en-US" dirty="0"/>
          </a:p>
          <a:p>
            <a:pPr marL="0" indent="0" algn="ctr"/>
            <a:r>
              <a:rPr lang="en-US" dirty="0"/>
              <a:t>Earl Lawrence Llego</a:t>
            </a:r>
          </a:p>
          <a:p>
            <a:pPr marL="0" indent="0" algn="ctr"/>
            <a:r>
              <a:rPr lang="en-US" dirty="0"/>
              <a:t>Harold Jake </a:t>
            </a:r>
            <a:r>
              <a:rPr lang="en-US" dirty="0" err="1"/>
              <a:t>Patindol</a:t>
            </a:r>
            <a:endParaRPr lang="en-US" dirty="0"/>
          </a:p>
          <a:p>
            <a:pPr marL="0" indent="0" algn="ctr"/>
            <a:r>
              <a:rPr lang="en-US" dirty="0" err="1"/>
              <a:t>Jimel</a:t>
            </a:r>
            <a:r>
              <a:rPr lang="en-US" dirty="0"/>
              <a:t> Leones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Joelito</a:t>
            </a:r>
            <a:r>
              <a:rPr lang="en-US" dirty="0"/>
              <a:t> </a:t>
            </a:r>
            <a:r>
              <a:rPr lang="en-US" dirty="0" err="1"/>
              <a:t>Laurente</a:t>
            </a:r>
            <a:endParaRPr lang="en-US" dirty="0"/>
          </a:p>
        </p:txBody>
      </p:sp>
      <p:pic>
        <p:nvPicPr>
          <p:cNvPr id="3" name="Picture 2" descr="A logo of a college&#10;&#10;AI-generated content may be incorrect.">
            <a:extLst>
              <a:ext uri="{FF2B5EF4-FFF2-40B4-BE49-F238E27FC236}">
                <a16:creationId xmlns:a16="http://schemas.microsoft.com/office/drawing/2014/main" id="{BB478C7E-0C3A-7C85-7805-C20904C6C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845" y="594465"/>
            <a:ext cx="956310" cy="95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40108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Software &amp; Media Application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FFFFF"/>
      </a:lt2>
      <a:accent1>
        <a:srgbClr val="B7B7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246</Words>
  <Application>Microsoft Office PowerPoint</Application>
  <PresentationFormat>On-screen Show (16:9)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Chakra Petch Medium</vt:lpstr>
      <vt:lpstr>Fira Code</vt:lpstr>
      <vt:lpstr>Poppins</vt:lpstr>
      <vt:lpstr>Wingdings</vt:lpstr>
      <vt:lpstr>Computer Science &amp; Mathematics Major for College: Software &amp; Media Applications by Slidesgo</vt:lpstr>
      <vt:lpstr>ACLC Enrollment and Student Load Management System</vt:lpstr>
      <vt:lpstr>Background &amp; The Problem</vt:lpstr>
      <vt:lpstr>Project Objectives</vt:lpstr>
      <vt:lpstr>System Architecture</vt:lpstr>
      <vt:lpstr>Key Features</vt:lpstr>
      <vt:lpstr>Scope and Limitations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earllawrence</dc:creator>
  <cp:lastModifiedBy>Renz Llego</cp:lastModifiedBy>
  <cp:revision>6</cp:revision>
  <dcterms:modified xsi:type="dcterms:W3CDTF">2026-04-13T00:38:14Z</dcterms:modified>
</cp:coreProperties>
</file>